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2"/>
  </p:sldMasterIdLst>
  <p:notesMasterIdLst>
    <p:notesMasterId r:id="rId17"/>
  </p:notesMasterIdLst>
  <p:handoutMasterIdLst>
    <p:handoutMasterId r:id="rId18"/>
  </p:handoutMasterIdLst>
  <p:sldIdLst>
    <p:sldId id="257" r:id="rId3"/>
    <p:sldId id="258" r:id="rId4"/>
    <p:sldId id="259" r:id="rId5"/>
    <p:sldId id="260" r:id="rId6"/>
    <p:sldId id="261" r:id="rId7"/>
    <p:sldId id="263" r:id="rId8"/>
    <p:sldId id="271"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9"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1048790"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9/11/2026</a:t>
            </a:fld>
            <a:endParaRPr lang="en-US" dirty="0"/>
          </a:p>
        </p:txBody>
      </p:sp>
      <p:sp>
        <p:nvSpPr>
          <p:cNvPr id="1048791"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048792"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3"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1048784"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9/11/2026</a:t>
            </a:fld>
            <a:endParaRPr lang="en-US" noProof="0" dirty="0"/>
          </a:p>
        </p:txBody>
      </p:sp>
      <p:sp>
        <p:nvSpPr>
          <p:cNvPr id="1048785"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1048786"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87"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1048788"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Image Placeholder 1"/>
          <p:cNvSpPr>
            <a:spLocks noGrp="1" noRot="1" noChangeAspect="1"/>
          </p:cNvSpPr>
          <p:nvPr>
            <p:ph type="sldImg"/>
          </p:nvPr>
        </p:nvSpPr>
        <p:spPr/>
        <p:txBody>
          <a:bodyPr/>
          <a:lstStyle/>
          <a:p>
            <a:endParaRPr lang="en-IN"/>
          </a:p>
        </p:txBody>
      </p:sp>
      <p:sp>
        <p:nvSpPr>
          <p:cNvPr id="1048660" name="Notes Placeholder 2"/>
          <p:cNvSpPr>
            <a:spLocks noGrp="1"/>
          </p:cNvSpPr>
          <p:nvPr>
            <p:ph type="body" idx="1"/>
          </p:nvPr>
        </p:nvSpPr>
        <p:spPr/>
        <p:txBody>
          <a:bodyPr/>
          <a:lstStyle/>
          <a:p>
            <a:endParaRPr lang="en-US" dirty="0"/>
          </a:p>
        </p:txBody>
      </p:sp>
      <p:sp>
        <p:nvSpPr>
          <p:cNvPr id="1048661"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1" name="Group 15"/>
          <p:cNvGrpSpPr/>
          <p:nvPr/>
        </p:nvGrpSpPr>
        <p:grpSpPr>
          <a:xfrm>
            <a:off x="0" y="-8467"/>
            <a:ext cx="12192000" cy="6866467"/>
            <a:chOff x="0" y="-8467"/>
            <a:chExt cx="12192000" cy="6866467"/>
          </a:xfrm>
        </p:grpSpPr>
        <p:sp>
          <p:nvSpPr>
            <p:cNvPr id="1048681"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3145730" name="Straight Connector 18"/>
            <p:cNvCxnSpPr>
              <a:cxnSpLocks/>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145731" name="Straight Connector 19"/>
            <p:cNvCxnSpPr>
              <a:cxnSpLocks/>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4868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68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684"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68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68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68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688"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048689"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1048690"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48691"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692" name="Footer Placeholder 4"/>
          <p:cNvSpPr>
            <a:spLocks noGrp="1"/>
          </p:cNvSpPr>
          <p:nvPr>
            <p:ph type="ftr" sz="quarter" idx="11"/>
          </p:nvPr>
        </p:nvSpPr>
        <p:spPr/>
        <p:txBody>
          <a:bodyPr/>
          <a:lstStyle/>
          <a:p>
            <a:endParaRPr lang="en-US" dirty="0"/>
          </a:p>
        </p:txBody>
      </p:sp>
      <p:sp>
        <p:nvSpPr>
          <p:cNvPr id="1048693"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50" name="Title 1"/>
          <p:cNvSpPr>
            <a:spLocks noGrp="1"/>
          </p:cNvSpPr>
          <p:nvPr>
            <p:ph type="title"/>
          </p:nvPr>
        </p:nvSpPr>
        <p:spPr/>
        <p:txBody>
          <a:bodyPr/>
          <a:lstStyle/>
          <a:p>
            <a:r>
              <a:rPr lang="en-US"/>
              <a:t>Click to edit Master title style</a:t>
            </a:r>
            <a:endParaRPr lang="en-US" dirty="0"/>
          </a:p>
        </p:txBody>
      </p:sp>
      <p:sp>
        <p:nvSpPr>
          <p:cNvPr id="104875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52"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53" name="Footer Placeholder 4"/>
          <p:cNvSpPr>
            <a:spLocks noGrp="1"/>
          </p:cNvSpPr>
          <p:nvPr>
            <p:ph type="ftr" sz="quarter" idx="11"/>
          </p:nvPr>
        </p:nvSpPr>
        <p:spPr/>
        <p:txBody>
          <a:bodyPr/>
          <a:lstStyle/>
          <a:p>
            <a:endParaRPr lang="en-US" dirty="0"/>
          </a:p>
        </p:txBody>
      </p:sp>
      <p:sp>
        <p:nvSpPr>
          <p:cNvPr id="1048754"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29"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1048730"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31"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32" name="Footer Placeholder 4"/>
          <p:cNvSpPr>
            <a:spLocks noGrp="1"/>
          </p:cNvSpPr>
          <p:nvPr>
            <p:ph type="ftr" sz="quarter" idx="11"/>
          </p:nvPr>
        </p:nvSpPr>
        <p:spPr/>
        <p:txBody>
          <a:bodyPr/>
          <a:lstStyle/>
          <a:p>
            <a:endParaRPr lang="en-US" dirty="0"/>
          </a:p>
        </p:txBody>
      </p:sp>
      <p:sp>
        <p:nvSpPr>
          <p:cNvPr id="1048733"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60" name="Title 1"/>
          <p:cNvSpPr>
            <a:spLocks noGrp="1"/>
          </p:cNvSpPr>
          <p:nvPr>
            <p:ph type="title"/>
          </p:nvPr>
        </p:nvSpPr>
        <p:spPr/>
        <p:txBody>
          <a:bodyPr/>
          <a:lstStyle/>
          <a:p>
            <a:r>
              <a:rPr lang="en-US"/>
              <a:t>Click to edit Master title style</a:t>
            </a:r>
            <a:endParaRPr lang="en-US" dirty="0"/>
          </a:p>
        </p:txBody>
      </p:sp>
      <p:sp>
        <p:nvSpPr>
          <p:cNvPr id="1048761"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62"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63" name="Date Placeholder 4"/>
          <p:cNvSpPr>
            <a:spLocks noGrp="1"/>
          </p:cNvSpPr>
          <p:nvPr>
            <p:ph type="dt" sz="half" idx="10"/>
          </p:nvPr>
        </p:nvSpPr>
        <p:spPr/>
        <p:txBody>
          <a:bodyPr/>
          <a:lstStyle/>
          <a:p>
            <a:fld id="{EB712588-04B1-427B-82EE-E8DB90309F08}" type="datetimeFigureOut">
              <a:rPr lang="en-US" smtClean="0"/>
              <a:t>9/11/2026</a:t>
            </a:fld>
            <a:endParaRPr lang="en-US" dirty="0"/>
          </a:p>
        </p:txBody>
      </p:sp>
      <p:sp>
        <p:nvSpPr>
          <p:cNvPr id="1048764" name="Footer Placeholder 5"/>
          <p:cNvSpPr>
            <a:spLocks noGrp="1"/>
          </p:cNvSpPr>
          <p:nvPr>
            <p:ph type="ftr" sz="quarter" idx="11"/>
          </p:nvPr>
        </p:nvSpPr>
        <p:spPr/>
        <p:txBody>
          <a:bodyPr/>
          <a:lstStyle/>
          <a:p>
            <a:endParaRPr lang="en-US" dirty="0"/>
          </a:p>
        </p:txBody>
      </p:sp>
      <p:sp>
        <p:nvSpPr>
          <p:cNvPr id="1048765"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endParaRPr lang="en-US" dirty="0"/>
          </a:p>
        </p:txBody>
      </p:sp>
      <p:sp>
        <p:nvSpPr>
          <p:cNvPr id="1048735"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36"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7"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38"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9" name="Date Placeholder 6"/>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40" name="Footer Placeholder 7"/>
          <p:cNvSpPr>
            <a:spLocks noGrp="1"/>
          </p:cNvSpPr>
          <p:nvPr>
            <p:ph type="ftr" sz="quarter" idx="11"/>
          </p:nvPr>
        </p:nvSpPr>
        <p:spPr/>
        <p:txBody>
          <a:bodyPr/>
          <a:lstStyle/>
          <a:p>
            <a:endParaRPr lang="en-US" dirty="0"/>
          </a:p>
        </p:txBody>
      </p:sp>
      <p:sp>
        <p:nvSpPr>
          <p:cNvPr id="1048741"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94"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1048695" name="Date Placeholder 2"/>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696" name="Footer Placeholder 3"/>
          <p:cNvSpPr>
            <a:spLocks noGrp="1"/>
          </p:cNvSpPr>
          <p:nvPr>
            <p:ph type="ftr" sz="quarter" idx="11"/>
          </p:nvPr>
        </p:nvSpPr>
        <p:spPr/>
        <p:txBody>
          <a:bodyPr/>
          <a:lstStyle/>
          <a:p>
            <a:endParaRPr lang="en-US" dirty="0"/>
          </a:p>
        </p:txBody>
      </p:sp>
      <p:sp>
        <p:nvSpPr>
          <p:cNvPr id="1048697"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42" name="Date Placeholder 1"/>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43" name="Footer Placeholder 2"/>
          <p:cNvSpPr>
            <a:spLocks noGrp="1"/>
          </p:cNvSpPr>
          <p:nvPr>
            <p:ph type="ftr" sz="quarter" idx="11"/>
          </p:nvPr>
        </p:nvSpPr>
        <p:spPr/>
        <p:txBody>
          <a:bodyPr/>
          <a:lstStyle/>
          <a:p>
            <a:endParaRPr lang="en-US" dirty="0"/>
          </a:p>
        </p:txBody>
      </p:sp>
      <p:sp>
        <p:nvSpPr>
          <p:cNvPr id="104874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7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104877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7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1048775" name="Date Placeholder 4"/>
          <p:cNvSpPr>
            <a:spLocks noGrp="1"/>
          </p:cNvSpPr>
          <p:nvPr>
            <p:ph type="dt" sz="half" idx="10"/>
          </p:nvPr>
        </p:nvSpPr>
        <p:spPr/>
        <p:txBody>
          <a:bodyPr/>
          <a:lstStyle/>
          <a:p>
            <a:fld id="{42A54C80-263E-416B-A8E0-580EDEADCBDC}" type="datetimeFigureOut">
              <a:rPr lang="en-US" smtClean="0"/>
              <a:t>9/11/2026</a:t>
            </a:fld>
            <a:endParaRPr lang="en-US" dirty="0"/>
          </a:p>
        </p:txBody>
      </p:sp>
      <p:sp>
        <p:nvSpPr>
          <p:cNvPr id="1048776" name="Footer Placeholder 5"/>
          <p:cNvSpPr>
            <a:spLocks noGrp="1"/>
          </p:cNvSpPr>
          <p:nvPr>
            <p:ph type="ftr" sz="quarter" idx="11"/>
          </p:nvPr>
        </p:nvSpPr>
        <p:spPr/>
        <p:txBody>
          <a:bodyPr/>
          <a:lstStyle/>
          <a:p>
            <a:endParaRPr lang="en-US" dirty="0"/>
          </a:p>
        </p:txBody>
      </p:sp>
      <p:sp>
        <p:nvSpPr>
          <p:cNvPr id="104877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18"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1048719"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720"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1" name="Footer Placeholder 5"/>
          <p:cNvSpPr>
            <a:spLocks noGrp="1"/>
          </p:cNvSpPr>
          <p:nvPr>
            <p:ph type="ftr" sz="quarter" idx="11"/>
          </p:nvPr>
        </p:nvSpPr>
        <p:spPr/>
        <p:txBody>
          <a:bodyPr/>
          <a:lstStyle/>
          <a:p>
            <a:endParaRPr lang="en-US" dirty="0"/>
          </a:p>
        </p:txBody>
      </p:sp>
      <p:sp>
        <p:nvSpPr>
          <p:cNvPr id="1048722"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
        <p:nvSpPr>
          <p:cNvPr id="1048723" name="Date Placeholder 4"/>
          <p:cNvSpPr>
            <a:spLocks noGrp="1"/>
          </p:cNvSpPr>
          <p:nvPr>
            <p:ph type="dt" sz="half" idx="10"/>
          </p:nvPr>
        </p:nvSpPr>
        <p:spPr/>
        <p:txBody>
          <a:bodyPr/>
          <a:lstStyle/>
          <a:p>
            <a:fld id="{B61BEF0D-F0BB-DE4B-95CE-6DB70DBA9567}" type="datetimeFigureOut">
              <a:rPr lang="en-US" smtClean="0"/>
              <a:t>9/11/2026</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755"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1048756"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57"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58" name="Footer Placeholder 4"/>
          <p:cNvSpPr>
            <a:spLocks noGrp="1"/>
          </p:cNvSpPr>
          <p:nvPr>
            <p:ph type="ftr" sz="quarter" idx="11"/>
          </p:nvPr>
        </p:nvSpPr>
        <p:spPr/>
        <p:txBody>
          <a:bodyPr/>
          <a:lstStyle/>
          <a:p>
            <a:endParaRPr lang="en-US" dirty="0"/>
          </a:p>
        </p:txBody>
      </p:sp>
      <p:sp>
        <p:nvSpPr>
          <p:cNvPr id="1048759"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706"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1048707"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708"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09"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10" name="Footer Placeholder 4"/>
          <p:cNvSpPr>
            <a:spLocks noGrp="1"/>
          </p:cNvSpPr>
          <p:nvPr>
            <p:ph type="ftr" sz="quarter" idx="11"/>
          </p:nvPr>
        </p:nvSpPr>
        <p:spPr/>
        <p:txBody>
          <a:bodyPr/>
          <a:lstStyle/>
          <a:p>
            <a:endParaRPr lang="en-US" dirty="0"/>
          </a:p>
        </p:txBody>
      </p:sp>
      <p:sp>
        <p:nvSpPr>
          <p:cNvPr id="1048711"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1048712"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1048713"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745"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1048746"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47"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48" name="Footer Placeholder 4"/>
          <p:cNvSpPr>
            <a:spLocks noGrp="1"/>
          </p:cNvSpPr>
          <p:nvPr>
            <p:ph type="ftr" sz="quarter" idx="11"/>
          </p:nvPr>
        </p:nvSpPr>
        <p:spPr/>
        <p:txBody>
          <a:bodyPr/>
          <a:lstStyle/>
          <a:p>
            <a:endParaRPr lang="en-US" dirty="0"/>
          </a:p>
        </p:txBody>
      </p:sp>
      <p:sp>
        <p:nvSpPr>
          <p:cNvPr id="1048749"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048698"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1048699"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700"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01"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02" name="Footer Placeholder 4"/>
          <p:cNvSpPr>
            <a:spLocks noGrp="1"/>
          </p:cNvSpPr>
          <p:nvPr>
            <p:ph type="ftr" sz="quarter" idx="11"/>
          </p:nvPr>
        </p:nvSpPr>
        <p:spPr/>
        <p:txBody>
          <a:bodyPr/>
          <a:lstStyle/>
          <a:p>
            <a:endParaRPr lang="en-US" dirty="0"/>
          </a:p>
        </p:txBody>
      </p:sp>
      <p:sp>
        <p:nvSpPr>
          <p:cNvPr id="1048703"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104870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104870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1048766"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1048767"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768"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69"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70" name="Footer Placeholder 4"/>
          <p:cNvSpPr>
            <a:spLocks noGrp="1"/>
          </p:cNvSpPr>
          <p:nvPr>
            <p:ph type="ftr" sz="quarter" idx="11"/>
          </p:nvPr>
        </p:nvSpPr>
        <p:spPr/>
        <p:txBody>
          <a:bodyPr/>
          <a:lstStyle/>
          <a:p>
            <a:endParaRPr lang="en-US" dirty="0"/>
          </a:p>
        </p:txBody>
      </p:sp>
      <p:sp>
        <p:nvSpPr>
          <p:cNvPr id="1048771"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24" name="Title 1"/>
          <p:cNvSpPr>
            <a:spLocks noGrp="1"/>
          </p:cNvSpPr>
          <p:nvPr>
            <p:ph type="title"/>
          </p:nvPr>
        </p:nvSpPr>
        <p:spPr/>
        <p:txBody>
          <a:bodyPr/>
          <a:lstStyle/>
          <a:p>
            <a:r>
              <a:rPr lang="en-US"/>
              <a:t>Click to edit Master title style</a:t>
            </a:r>
            <a:endParaRPr lang="en-US" dirty="0"/>
          </a:p>
        </p:txBody>
      </p:sp>
      <p:sp>
        <p:nvSpPr>
          <p:cNvPr id="104872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6" name="Date Placeholder 3"/>
          <p:cNvSpPr>
            <a:spLocks noGrp="1"/>
          </p:cNvSpPr>
          <p:nvPr>
            <p:ph type="dt" sz="half" idx="10"/>
          </p:nvPr>
        </p:nvSpPr>
        <p:spPr/>
        <p:txBody>
          <a:bodyPr/>
          <a:lstStyle/>
          <a:p>
            <a:fld id="{55C6B4A9-1611-4792-9094-5F34BCA07E0B}" type="datetimeFigureOut">
              <a:rPr lang="en-US" smtClean="0"/>
              <a:t>9/11/2026</a:t>
            </a:fld>
            <a:endParaRPr lang="en-US" dirty="0"/>
          </a:p>
        </p:txBody>
      </p:sp>
      <p:sp>
        <p:nvSpPr>
          <p:cNvPr id="1048727" name="Footer Placeholder 4"/>
          <p:cNvSpPr>
            <a:spLocks noGrp="1"/>
          </p:cNvSpPr>
          <p:nvPr>
            <p:ph type="ftr" sz="quarter" idx="11"/>
          </p:nvPr>
        </p:nvSpPr>
        <p:spPr/>
        <p:txBody>
          <a:bodyPr/>
          <a:lstStyle/>
          <a:p>
            <a:endParaRPr lang="en-US" dirty="0"/>
          </a:p>
        </p:txBody>
      </p:sp>
      <p:sp>
        <p:nvSpPr>
          <p:cNvPr id="1048728"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8"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1048779"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80" name="Date Placeholder 3"/>
          <p:cNvSpPr>
            <a:spLocks noGrp="1"/>
          </p:cNvSpPr>
          <p:nvPr>
            <p:ph type="dt" sz="half" idx="10"/>
          </p:nvPr>
        </p:nvSpPr>
        <p:spPr/>
        <p:txBody>
          <a:bodyPr/>
          <a:lstStyle/>
          <a:p>
            <a:fld id="{B61BEF0D-F0BB-DE4B-95CE-6DB70DBA9567}" type="datetimeFigureOut">
              <a:rPr lang="en-US" smtClean="0"/>
              <a:t>9/11/2026</a:t>
            </a:fld>
            <a:endParaRPr lang="en-US" dirty="0"/>
          </a:p>
        </p:txBody>
      </p:sp>
      <p:sp>
        <p:nvSpPr>
          <p:cNvPr id="1048781" name="Footer Placeholder 4"/>
          <p:cNvSpPr>
            <a:spLocks noGrp="1"/>
          </p:cNvSpPr>
          <p:nvPr>
            <p:ph type="ftr" sz="quarter" idx="11"/>
          </p:nvPr>
        </p:nvSpPr>
        <p:spPr/>
        <p:txBody>
          <a:bodyPr/>
          <a:lstStyle/>
          <a:p>
            <a:endParaRPr lang="en-US" dirty="0"/>
          </a:p>
        </p:txBody>
      </p:sp>
      <p:sp>
        <p:nvSpPr>
          <p:cNvPr id="1048782"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048635"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048636"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7"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8"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9"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0"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lvl1pPr>
          </a:lstStyle>
          <a:p>
            <a:r>
              <a:rPr lang="en-US"/>
              <a:t>Click icon to add picture</a:t>
            </a:r>
            <a:endParaRPr lang="en-US" dirty="0"/>
          </a:p>
        </p:txBody>
      </p:sp>
      <p:sp>
        <p:nvSpPr>
          <p:cNvPr id="1048641"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48651"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048652"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048653"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048654"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lvl1pPr>
          </a:lstStyle>
          <a:p>
            <a:r>
              <a:rPr lang="en-US"/>
              <a:t>Click icon to add picture</a:t>
            </a:r>
            <a:endParaRPr lang="en-US" dirty="0"/>
          </a:p>
        </p:txBody>
      </p:sp>
      <p:sp>
        <p:nvSpPr>
          <p:cNvPr id="1048655"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1048656"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48619"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048620"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2"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3"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lvl1pPr>
          </a:lstStyle>
          <a:p>
            <a:r>
              <a:rPr lang="en-US"/>
              <a:t>Click icon to add picture</a:t>
            </a:r>
            <a:endParaRPr lang="en-US" dirty="0"/>
          </a:p>
        </p:txBody>
      </p:sp>
      <p:sp>
        <p:nvSpPr>
          <p:cNvPr id="1048624"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1048592"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lvl1pPr>
          </a:lstStyle>
          <a:p>
            <a:r>
              <a:rPr lang="en-US"/>
              <a:t>Click icon to add picture</a:t>
            </a:r>
            <a:endParaRPr lang="en-US" dirty="0"/>
          </a:p>
        </p:txBody>
      </p:sp>
      <p:sp>
        <p:nvSpPr>
          <p:cNvPr id="1048593"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lvl1pPr>
          </a:lstStyle>
          <a:p>
            <a:r>
              <a:rPr lang="en-US"/>
              <a:t>Click icon to add picture</a:t>
            </a:r>
            <a:endParaRPr lang="en-US" dirty="0"/>
          </a:p>
        </p:txBody>
      </p:sp>
      <p:sp>
        <p:nvSpPr>
          <p:cNvPr id="1048594"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lvl1pPr>
          </a:lstStyle>
          <a:p>
            <a:r>
              <a:rPr lang="en-US"/>
              <a:t>Click icon to add picture</a:t>
            </a:r>
            <a:endParaRPr lang="en-US" dirty="0"/>
          </a:p>
        </p:txBody>
      </p:sp>
      <p:sp>
        <p:nvSpPr>
          <p:cNvPr id="1048595"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lvl1pPr>
          </a:lstStyle>
          <a:p>
            <a:r>
              <a:rPr lang="en-US"/>
              <a:t>Click icon to add picture</a:t>
            </a:r>
            <a:endParaRPr lang="en-US" dirty="0"/>
          </a:p>
        </p:txBody>
      </p:sp>
      <p:sp>
        <p:nvSpPr>
          <p:cNvPr id="1048596"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1048597"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598"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599"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00"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1048601"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1048602"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1048603"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1048604"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1048605"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1048606"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1048607"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1048608"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1048609"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1048610"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1048714"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1048715"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6"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lvl2pPr>
          </a:lstStyle>
          <a:p>
            <a:pPr lvl="0"/>
            <a:r>
              <a:rPr lang="en-US" dirty="0"/>
              <a:t>Click to edit text</a:t>
            </a:r>
          </a:p>
        </p:txBody>
      </p:sp>
      <p:sp>
        <p:nvSpPr>
          <p:cNvPr id="1048717"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8" name="Group 43"/>
          <p:cNvGrpSpPr/>
          <p:nvPr/>
        </p:nvGrpSpPr>
        <p:grpSpPr>
          <a:xfrm>
            <a:off x="0" y="-8467"/>
            <a:ext cx="12192000" cy="6866467"/>
            <a:chOff x="0" y="-8467"/>
            <a:chExt cx="12192000" cy="6866467"/>
          </a:xfrm>
        </p:grpSpPr>
        <p:cxnSp>
          <p:nvCxnSpPr>
            <p:cNvPr id="3145728" name="Straight Connector 19"/>
            <p:cNvCxnSpPr>
              <a:cxnSpLocks/>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145729" name="Straight Connector 20"/>
            <p:cNvCxnSpPr>
              <a:cxnSpLocks/>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48576"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77"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78"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79"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80"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81"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82"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8583"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048584"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048585"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86"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t>9/11/2026</a:t>
            </a:fld>
            <a:endParaRPr lang="en-US" dirty="0"/>
          </a:p>
        </p:txBody>
      </p:sp>
      <p:sp>
        <p:nvSpPr>
          <p:cNvPr id="1048587"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1048588"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t>‹#›</a:t>
            </a:fld>
            <a:endParaRPr lang="en-US" dirty="0"/>
          </a:p>
        </p:txBody>
      </p:sp>
      <p:sp>
        <p:nvSpPr>
          <p:cNvPr id="1048589"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t>9/11/2026</a:t>
            </a:fld>
            <a:endParaRPr lang="en-US" sz="1100" dirty="0">
              <a:solidFill>
                <a:schemeClr val="accent2"/>
              </a:solidFill>
            </a:endParaRPr>
          </a:p>
        </p:txBody>
      </p:sp>
      <p:sp>
        <p:nvSpPr>
          <p:cNvPr id="1048590"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1048591"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Text Placeholder 1"/>
          <p:cNvSpPr>
            <a:spLocks noGrp="1"/>
          </p:cNvSpPr>
          <p:nvPr>
            <p:ph type="body" sz="quarter" idx="11"/>
          </p:nvPr>
        </p:nvSpPr>
        <p:spPr>
          <a:xfrm>
            <a:off x="360785" y="3655498"/>
            <a:ext cx="9800252" cy="1223402"/>
          </a:xfrm>
        </p:spPr>
        <p:txBody>
          <a:bodyPr vert="horz" lIns="91440" tIns="45720" rIns="91440" bIns="45720" rtlCol="0" anchor="t">
            <a:noAutofit/>
          </a:bodyPr>
          <a:lstStyle/>
          <a:p>
            <a:r>
              <a:rPr lang="en-US" sz="1800" b="0" dirty="0">
                <a:solidFill>
                  <a:schemeClr val="tx1"/>
                </a:solidFill>
                <a:latin typeface="Times New Roman" panose="02020603050405020304" pitchFamily="18" charset="0"/>
                <a:cs typeface="Times New Roman" panose="02020603050405020304" pitchFamily="18" charset="0"/>
              </a:rPr>
              <a:t>Student Name – Samarth Iranna Kurle </a:t>
            </a:r>
            <a:endParaRPr lang="en-IN" sz="1800" b="0" dirty="0">
              <a:solidFill>
                <a:schemeClr val="tx1"/>
              </a:solidFill>
              <a:latin typeface="Times New Roman" panose="02020603050405020304" pitchFamily="18" charset="0"/>
              <a:cs typeface="Times New Roman" panose="02020603050405020304" pitchFamily="18" charset="0"/>
            </a:endParaRPr>
          </a:p>
          <a:p>
            <a:r>
              <a:rPr lang="en-US" sz="1800" b="0" dirty="0">
                <a:solidFill>
                  <a:schemeClr val="tx1"/>
                </a:solidFill>
                <a:latin typeface="Times New Roman" panose="02020603050405020304" pitchFamily="18" charset="0"/>
                <a:cs typeface="Times New Roman" panose="02020603050405020304" pitchFamily="18" charset="0"/>
              </a:rPr>
              <a:t>College Name - Nagesh Karajagi Orchid College of Engineering and Technology, Solapur</a:t>
            </a:r>
            <a:endParaRPr lang="en-IN" sz="1800" b="0" dirty="0">
              <a:solidFill>
                <a:schemeClr val="tx1"/>
              </a:solidFill>
              <a:latin typeface="Times New Roman" panose="02020603050405020304" pitchFamily="18" charset="0"/>
              <a:cs typeface="Times New Roman" panose="02020603050405020304" pitchFamily="18" charset="0"/>
            </a:endParaRPr>
          </a:p>
        </p:txBody>
      </p:sp>
      <p:sp>
        <p:nvSpPr>
          <p:cNvPr id="1048643" name="Title 3"/>
          <p:cNvSpPr>
            <a:spLocks noGrp="1"/>
          </p:cNvSpPr>
          <p:nvPr>
            <p:ph type="title"/>
          </p:nvPr>
        </p:nvSpPr>
        <p:spPr>
          <a:xfrm>
            <a:off x="675957" y="2432096"/>
            <a:ext cx="10686323" cy="1223402"/>
          </a:xfrm>
        </p:spPr>
        <p:txBody>
          <a:bodyPr>
            <a:noAutofit/>
          </a:bodyPr>
          <a:lstStyle/>
          <a:p>
            <a:r>
              <a:rPr lang="en-GB" sz="3600" dirty="0">
                <a:latin typeface="Times New Roman" panose="02020603050405020304" pitchFamily="18" charset="0"/>
                <a:cs typeface="Times New Roman" panose="02020603050405020304" pitchFamily="18" charset="0"/>
              </a:rPr>
              <a:t>Project Title –Seasonal Agricultural Performance Analysis  </a:t>
            </a:r>
            <a:endParaRPr lang="en-IN" sz="3600" dirty="0">
              <a:latin typeface="Times New Roman" panose="02020603050405020304" pitchFamily="18" charset="0"/>
              <a:cs typeface="Times New Roman" panose="02020603050405020304" pitchFamily="18" charset="0"/>
            </a:endParaRPr>
          </a:p>
        </p:txBody>
      </p:sp>
      <p:sp>
        <p:nvSpPr>
          <p:cNvPr id="1048644"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209715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45" name="TextBox 2"/>
          <p:cNvSpPr txBox="1"/>
          <p:nvPr/>
        </p:nvSpPr>
        <p:spPr>
          <a:xfrm>
            <a:off x="830424" y="4711961"/>
            <a:ext cx="518782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a:t>
            </a:r>
            <a:r>
              <a:rPr lang="en-IN" dirty="0">
                <a:latin typeface="Times New Roman" panose="02020603050405020304" pitchFamily="18" charset="0"/>
                <a:cs typeface="Times New Roman" panose="02020603050405020304" pitchFamily="18" charset="0"/>
              </a:rPr>
              <a:t> STU6a6c7e5bef5271785495131 </a:t>
            </a:r>
            <a:endParaRPr lang="en-US"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048643"/>
                                        </p:tgtEl>
                                        <p:attrNameLst>
                                          <p:attrName>style.visibility</p:attrName>
                                        </p:attrNameLst>
                                      </p:cBhvr>
                                      <p:to>
                                        <p:strVal val="visible"/>
                                      </p:to>
                                    </p:set>
                                    <p:animEffect transition="in" filter="wipe(down)">
                                      <p:cBhvr>
                                        <p:cTn id="7" dur="580">
                                          <p:stCondLst>
                                            <p:cond delay="0"/>
                                          </p:stCondLst>
                                        </p:cTn>
                                        <p:tgtEl>
                                          <p:spTgt spid="1048643"/>
                                        </p:tgtEl>
                                      </p:cBhvr>
                                    </p:animEffect>
                                    <p:anim calcmode="lin" valueType="num">
                                      <p:cBhvr>
                                        <p:cTn id="8" dur="1822" tmFilter="0,0; 0.14,0.36; 0.43,0.73; 0.71,0.91; 1.0,1.0">
                                          <p:stCondLst>
                                            <p:cond delay="0"/>
                                          </p:stCondLst>
                                        </p:cTn>
                                        <p:tgtEl>
                                          <p:spTgt spid="104864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4864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4864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4864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48643"/>
                                        </p:tgtEl>
                                        <p:attrNameLst>
                                          <p:attrName>ppt_y</p:attrName>
                                        </p:attrNameLst>
                                      </p:cBhvr>
                                      <p:tavLst>
                                        <p:tav tm="0" fmla="#ppt_y-sin(pi*$)/81">
                                          <p:val>
                                            <p:fltVal val="0"/>
                                          </p:val>
                                        </p:tav>
                                        <p:tav tm="100000">
                                          <p:val>
                                            <p:fltVal val="1"/>
                                          </p:val>
                                        </p:tav>
                                      </p:tavLst>
                                    </p:anim>
                                    <p:animScale>
                                      <p:cBhvr>
                                        <p:cTn id="13" dur="26">
                                          <p:stCondLst>
                                            <p:cond delay="650"/>
                                          </p:stCondLst>
                                        </p:cTn>
                                        <p:tgtEl>
                                          <p:spTgt spid="1048643"/>
                                        </p:tgtEl>
                                      </p:cBhvr>
                                      <p:to x="100000" y="60000"/>
                                    </p:animScale>
                                    <p:animScale>
                                      <p:cBhvr>
                                        <p:cTn id="14" dur="166" decel="50000">
                                          <p:stCondLst>
                                            <p:cond delay="676"/>
                                          </p:stCondLst>
                                        </p:cTn>
                                        <p:tgtEl>
                                          <p:spTgt spid="1048643"/>
                                        </p:tgtEl>
                                      </p:cBhvr>
                                      <p:to x="100000" y="100000"/>
                                    </p:animScale>
                                    <p:animScale>
                                      <p:cBhvr>
                                        <p:cTn id="15" dur="26">
                                          <p:stCondLst>
                                            <p:cond delay="1312"/>
                                          </p:stCondLst>
                                        </p:cTn>
                                        <p:tgtEl>
                                          <p:spTgt spid="1048643"/>
                                        </p:tgtEl>
                                      </p:cBhvr>
                                      <p:to x="100000" y="80000"/>
                                    </p:animScale>
                                    <p:animScale>
                                      <p:cBhvr>
                                        <p:cTn id="16" dur="166" decel="50000">
                                          <p:stCondLst>
                                            <p:cond delay="1338"/>
                                          </p:stCondLst>
                                        </p:cTn>
                                        <p:tgtEl>
                                          <p:spTgt spid="1048643"/>
                                        </p:tgtEl>
                                      </p:cBhvr>
                                      <p:to x="100000" y="100000"/>
                                    </p:animScale>
                                    <p:animScale>
                                      <p:cBhvr>
                                        <p:cTn id="17" dur="26">
                                          <p:stCondLst>
                                            <p:cond delay="1642"/>
                                          </p:stCondLst>
                                        </p:cTn>
                                        <p:tgtEl>
                                          <p:spTgt spid="1048643"/>
                                        </p:tgtEl>
                                      </p:cBhvr>
                                      <p:to x="100000" y="90000"/>
                                    </p:animScale>
                                    <p:animScale>
                                      <p:cBhvr>
                                        <p:cTn id="18" dur="166" decel="50000">
                                          <p:stCondLst>
                                            <p:cond delay="1668"/>
                                          </p:stCondLst>
                                        </p:cTn>
                                        <p:tgtEl>
                                          <p:spTgt spid="1048643"/>
                                        </p:tgtEl>
                                      </p:cBhvr>
                                      <p:to x="100000" y="100000"/>
                                    </p:animScale>
                                    <p:animScale>
                                      <p:cBhvr>
                                        <p:cTn id="19" dur="26">
                                          <p:stCondLst>
                                            <p:cond delay="1808"/>
                                          </p:stCondLst>
                                        </p:cTn>
                                        <p:tgtEl>
                                          <p:spTgt spid="1048643"/>
                                        </p:tgtEl>
                                      </p:cBhvr>
                                      <p:to x="100000" y="95000"/>
                                    </p:animScale>
                                    <p:animScale>
                                      <p:cBhvr>
                                        <p:cTn id="20" dur="166" decel="50000">
                                          <p:stCondLst>
                                            <p:cond delay="1834"/>
                                          </p:stCondLst>
                                        </p:cTn>
                                        <p:tgtEl>
                                          <p:spTgt spid="104864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048644"/>
                                        </p:tgtEl>
                                        <p:attrNameLst>
                                          <p:attrName>style.visibility</p:attrName>
                                        </p:attrNameLst>
                                      </p:cBhvr>
                                      <p:to>
                                        <p:strVal val="visible"/>
                                      </p:to>
                                    </p:set>
                                    <p:anim calcmode="lin" valueType="num">
                                      <p:cBhvr>
                                        <p:cTn id="25" dur="500" fill="hold"/>
                                        <p:tgtEl>
                                          <p:spTgt spid="1048644"/>
                                        </p:tgtEl>
                                        <p:attrNameLst>
                                          <p:attrName>ppt_w</p:attrName>
                                        </p:attrNameLst>
                                      </p:cBhvr>
                                      <p:tavLst>
                                        <p:tav tm="0">
                                          <p:val>
                                            <p:fltVal val="0"/>
                                          </p:val>
                                        </p:tav>
                                        <p:tav tm="100000">
                                          <p:val>
                                            <p:strVal val="#ppt_w"/>
                                          </p:val>
                                        </p:tav>
                                      </p:tavLst>
                                    </p:anim>
                                    <p:anim calcmode="lin" valueType="num">
                                      <p:cBhvr>
                                        <p:cTn id="26" dur="500" fill="hold"/>
                                        <p:tgtEl>
                                          <p:spTgt spid="1048644"/>
                                        </p:tgtEl>
                                        <p:attrNameLst>
                                          <p:attrName>ppt_h</p:attrName>
                                        </p:attrNameLst>
                                      </p:cBhvr>
                                      <p:tavLst>
                                        <p:tav tm="0">
                                          <p:val>
                                            <p:fltVal val="0"/>
                                          </p:val>
                                        </p:tav>
                                        <p:tav tm="100000">
                                          <p:val>
                                            <p:strVal val="#ppt_h"/>
                                          </p:val>
                                        </p:tav>
                                      </p:tavLst>
                                    </p:anim>
                                    <p:animEffect transition="in" filter="fade">
                                      <p:cBhvr>
                                        <p:cTn id="27" dur="500"/>
                                        <p:tgtEl>
                                          <p:spTgt spid="1048644"/>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048642">
                                            <p:txEl>
                                              <p:pRg st="0" end="0"/>
                                            </p:txEl>
                                          </p:spTgt>
                                        </p:tgtEl>
                                        <p:attrNameLst>
                                          <p:attrName>style.visibility</p:attrName>
                                        </p:attrNameLst>
                                      </p:cBhvr>
                                      <p:to>
                                        <p:strVal val="visible"/>
                                      </p:to>
                                    </p:set>
                                    <p:animEffect transition="in" filter="randombar(horizontal)">
                                      <p:cBhvr>
                                        <p:cTn id="32" dur="500"/>
                                        <p:tgtEl>
                                          <p:spTgt spid="104864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048642">
                                            <p:txEl>
                                              <p:pRg st="1" end="1"/>
                                            </p:txEl>
                                          </p:spTgt>
                                        </p:tgtEl>
                                        <p:attrNameLst>
                                          <p:attrName>style.visibility</p:attrName>
                                        </p:attrNameLst>
                                      </p:cBhvr>
                                      <p:to>
                                        <p:strVal val="visible"/>
                                      </p:to>
                                    </p:set>
                                    <p:animEffect transition="in" filter="randombar(horizontal)">
                                      <p:cBhvr>
                                        <p:cTn id="37" dur="500"/>
                                        <p:tgtEl>
                                          <p:spTgt spid="10486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2" grpId="0" build="p"/>
      <p:bldP spid="1048643" grpId="0"/>
      <p:bldP spid="104864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Text Placeholder 1"/>
          <p:cNvSpPr>
            <a:spLocks noGrp="1"/>
          </p:cNvSpPr>
          <p:nvPr>
            <p:ph type="body" sz="quarter" idx="12"/>
          </p:nvPr>
        </p:nvSpPr>
        <p:spPr>
          <a:xfrm>
            <a:off x="1046480" y="1875556"/>
            <a:ext cx="6703726" cy="3607987"/>
          </a:xfrm>
        </p:spPr>
        <p:txBody>
          <a:bodyPr vert="horz" lIns="91440" tIns="45720" rIns="91440" bIns="45720" rtlCol="0" anchor="t">
            <a:normAutofit fontScale="92500" lnSpcReduction="10000"/>
          </a:bodyPr>
          <a:lstStyle/>
          <a:p>
            <a:pPr>
              <a:lnSpc>
                <a:spcPct val="100000"/>
              </a:lnSpc>
            </a:pPr>
            <a:r>
              <a:rPr lang="en-US" sz="2800" dirty="0">
                <a:latin typeface="Times New Roman" panose="02020603050405020304" pitchFamily="18" charset="0"/>
                <a:cs typeface="Times New Roman" panose="02020603050405020304" pitchFamily="18" charset="0"/>
              </a:rPr>
              <a:t>Agricultural performance changes across seasons due to variations in environmental conditions, farming practices, resource usage, and market conditions. The problem is to analyze agricultural data and identify seasonal differences in crop performance, resource utilization, and economic outcomes using data analytics, visualization, and statistical techniques.</a:t>
            </a:r>
            <a:endParaRPr lang="en-IN" sz="2800" dirty="0">
              <a:latin typeface="Times New Roman" panose="02020603050405020304" pitchFamily="18" charset="0"/>
              <a:cs typeface="Times New Roman" panose="02020603050405020304" pitchFamily="18" charset="0"/>
            </a:endParaRPr>
          </a:p>
        </p:txBody>
      </p:sp>
      <p:sp>
        <p:nvSpPr>
          <p:cNvPr id="1048647"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2097157" name="Picture 4"/>
          <p:cNvPicPr>
            <a:picLocks noChangeAspect="1"/>
          </p:cNvPicPr>
          <p:nvPr/>
        </p:nvPicPr>
        <p:blipFill>
          <a:blip r:embed="rId2"/>
          <a:stretch>
            <a:fillRect/>
          </a:stretch>
        </p:blipFill>
        <p:spPr>
          <a:xfrm>
            <a:off x="7995684" y="2930834"/>
            <a:ext cx="2760758" cy="3264409"/>
          </a:xfrm>
          <a:prstGeom prst="rect">
            <a:avLst/>
          </a:prstGeom>
        </p:spPr>
      </p:pic>
      <p:pic>
        <p:nvPicPr>
          <p:cNvPr id="2097158" name="Picture 5"/>
          <p:cNvPicPr>
            <a:picLocks noChangeAspect="1"/>
          </p:cNvPicPr>
          <p:nvPr/>
        </p:nvPicPr>
        <p:blipFill rotWithShape="1">
          <a:blip r:embed="rId3"/>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47"/>
                                        </p:tgtEl>
                                        <p:attrNameLst>
                                          <p:attrName>style.visibility</p:attrName>
                                        </p:attrNameLst>
                                      </p:cBhvr>
                                      <p:to>
                                        <p:strVal val="visible"/>
                                      </p:to>
                                    </p:set>
                                    <p:anim calcmode="lin" valueType="num">
                                      <p:cBhvr>
                                        <p:cTn id="7" dur="500" fill="hold"/>
                                        <p:tgtEl>
                                          <p:spTgt spid="1048647"/>
                                        </p:tgtEl>
                                        <p:attrNameLst>
                                          <p:attrName>ppt_w</p:attrName>
                                        </p:attrNameLst>
                                      </p:cBhvr>
                                      <p:tavLst>
                                        <p:tav tm="0">
                                          <p:val>
                                            <p:fltVal val="0"/>
                                          </p:val>
                                        </p:tav>
                                        <p:tav tm="100000">
                                          <p:val>
                                            <p:strVal val="#ppt_w"/>
                                          </p:val>
                                        </p:tav>
                                      </p:tavLst>
                                    </p:anim>
                                    <p:anim calcmode="lin" valueType="num">
                                      <p:cBhvr>
                                        <p:cTn id="8" dur="500" fill="hold"/>
                                        <p:tgtEl>
                                          <p:spTgt spid="1048647"/>
                                        </p:tgtEl>
                                        <p:attrNameLst>
                                          <p:attrName>ppt_h</p:attrName>
                                        </p:attrNameLst>
                                      </p:cBhvr>
                                      <p:tavLst>
                                        <p:tav tm="0">
                                          <p:val>
                                            <p:fltVal val="0"/>
                                          </p:val>
                                        </p:tav>
                                        <p:tav tm="100000">
                                          <p:val>
                                            <p:strVal val="#ppt_h"/>
                                          </p:val>
                                        </p:tav>
                                      </p:tavLst>
                                    </p:anim>
                                    <p:animEffect transition="in" filter="fade">
                                      <p:cBhvr>
                                        <p:cTn id="9" dur="500"/>
                                        <p:tgtEl>
                                          <p:spTgt spid="104864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8646">
                                            <p:txEl>
                                              <p:pRg st="0" end="0"/>
                                            </p:txEl>
                                          </p:spTgt>
                                        </p:tgtEl>
                                        <p:attrNameLst>
                                          <p:attrName>style.visibility</p:attrName>
                                        </p:attrNameLst>
                                      </p:cBhvr>
                                      <p:to>
                                        <p:strVal val="visible"/>
                                      </p:to>
                                    </p:set>
                                    <p:animEffect transition="in" filter="fade">
                                      <p:cBhvr>
                                        <p:cTn id="14" dur="1000"/>
                                        <p:tgtEl>
                                          <p:spTgt spid="1048646">
                                            <p:txEl>
                                              <p:pRg st="0" end="0"/>
                                            </p:txEl>
                                          </p:spTgt>
                                        </p:tgtEl>
                                      </p:cBhvr>
                                    </p:animEffect>
                                    <p:anim calcmode="lin" valueType="num">
                                      <p:cBhvr>
                                        <p:cTn id="15" dur="1000" fill="hold"/>
                                        <p:tgtEl>
                                          <p:spTgt spid="104864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4864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6" grpId="0" build="p"/>
      <p:bldP spid="104864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48648" name="Title 2"/>
          <p:cNvSpPr>
            <a:spLocks noGrp="1"/>
          </p:cNvSpPr>
          <p:nvPr>
            <p:ph type="title"/>
          </p:nvPr>
        </p:nvSpPr>
        <p:spPr>
          <a:xfrm>
            <a:off x="660400" y="335902"/>
            <a:ext cx="6094964" cy="1138336"/>
          </a:xfrm>
        </p:spPr>
        <p:txBody>
          <a:bodyPr>
            <a:normAutofit fontScale="90000"/>
          </a:bodyPr>
          <a:lstStyle/>
          <a:p>
            <a:r>
              <a:rPr lang="en-GB" dirty="0"/>
              <a:t>Project Description</a:t>
            </a:r>
            <a:br>
              <a:rPr lang="en-GB" dirty="0"/>
            </a:br>
            <a:br>
              <a:rPr lang="en-GB" dirty="0"/>
            </a:br>
            <a:endParaRPr lang="en-IN" dirty="0"/>
          </a:p>
        </p:txBody>
      </p:sp>
      <p:pic>
        <p:nvPicPr>
          <p:cNvPr id="2097159"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pic>
        <p:nvPicPr>
          <p:cNvPr id="2097160" name="Picture 5"/>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082AF00-123A-8D4D-7D55-EC88BE4F471A}"/>
              </a:ext>
            </a:extLst>
          </p:cNvPr>
          <p:cNvSpPr txBox="1"/>
          <p:nvPr/>
        </p:nvSpPr>
        <p:spPr>
          <a:xfrm>
            <a:off x="345233" y="1343608"/>
            <a:ext cx="8686800" cy="489364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Seasonal Agriculture Performance Analysis is a data analytics project that studies agricultural performance across different seasons. The project analyzes factors such as crop yield, production, rainfall, soil moisture, irrigation, water usage, revenue, and profit.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raw agricultural data is cleaned and processed before performing exploratory data analysis. Statistical techniques and data visualizations are used to compare seasons, identify trends, relationships, and variations in agricultural performance.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project aims to generate meaningful, data-driven insights that can help in better resource management, seasonal planning, and agricultural decision-making.</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48"/>
                                        </p:tgtEl>
                                        <p:attrNameLst>
                                          <p:attrName>style.visibility</p:attrName>
                                        </p:attrNameLst>
                                      </p:cBhvr>
                                      <p:to>
                                        <p:strVal val="visible"/>
                                      </p:to>
                                    </p:set>
                                    <p:anim calcmode="lin" valueType="num">
                                      <p:cBhvr>
                                        <p:cTn id="7" dur="500" fill="hold"/>
                                        <p:tgtEl>
                                          <p:spTgt spid="1048648"/>
                                        </p:tgtEl>
                                        <p:attrNameLst>
                                          <p:attrName>ppt_w</p:attrName>
                                        </p:attrNameLst>
                                      </p:cBhvr>
                                      <p:tavLst>
                                        <p:tav tm="0">
                                          <p:val>
                                            <p:fltVal val="0"/>
                                          </p:val>
                                        </p:tav>
                                        <p:tav tm="100000">
                                          <p:val>
                                            <p:strVal val="#ppt_w"/>
                                          </p:val>
                                        </p:tav>
                                      </p:tavLst>
                                    </p:anim>
                                    <p:anim calcmode="lin" valueType="num">
                                      <p:cBhvr>
                                        <p:cTn id="8" dur="500" fill="hold"/>
                                        <p:tgtEl>
                                          <p:spTgt spid="1048648"/>
                                        </p:tgtEl>
                                        <p:attrNameLst>
                                          <p:attrName>ppt_h</p:attrName>
                                        </p:attrNameLst>
                                      </p:cBhvr>
                                      <p:tavLst>
                                        <p:tav tm="0">
                                          <p:val>
                                            <p:fltVal val="0"/>
                                          </p:val>
                                        </p:tav>
                                        <p:tav tm="100000">
                                          <p:val>
                                            <p:strVal val="#ppt_h"/>
                                          </p:val>
                                        </p:tav>
                                      </p:tavLst>
                                    </p:anim>
                                    <p:animEffect transition="in" filter="fade">
                                      <p:cBhvr>
                                        <p:cTn id="9" dur="500"/>
                                        <p:tgtEl>
                                          <p:spTgt spid="1048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Text Placeholder 1"/>
          <p:cNvSpPr>
            <a:spLocks noGrp="1"/>
          </p:cNvSpPr>
          <p:nvPr>
            <p:ph type="body" sz="quarter" idx="12"/>
          </p:nvPr>
        </p:nvSpPr>
        <p:spPr>
          <a:xfrm>
            <a:off x="1" y="1446246"/>
            <a:ext cx="10515600" cy="4535138"/>
          </a:xfrm>
        </p:spPr>
        <p:txBody>
          <a:bodyPr>
            <a:normAutofit fontScale="55000" lnSpcReduction="20000"/>
          </a:bodyPr>
          <a:lstStyle/>
          <a:p>
            <a:pPr algn="just">
              <a:lnSpc>
                <a:spcPct val="150000"/>
              </a:lnSpc>
            </a:pPr>
            <a:r>
              <a:rPr lang="en-US" sz="3600" b="1" dirty="0">
                <a:latin typeface="Times New Roman" panose="02020603050405020304" pitchFamily="18" charset="0"/>
                <a:cs typeface="Times New Roman" panose="02020603050405020304" pitchFamily="18" charset="0"/>
              </a:rPr>
              <a:t>Farmers</a:t>
            </a:r>
            <a:r>
              <a:rPr lang="en-US" sz="3600" dirty="0">
                <a:latin typeface="Times New Roman" panose="02020603050405020304" pitchFamily="18" charset="0"/>
                <a:cs typeface="Times New Roman" panose="02020603050405020304" pitchFamily="18" charset="0"/>
              </a:rPr>
              <a:t> – To understand seasonal crop performance and improve farming decisions.</a:t>
            </a:r>
          </a:p>
          <a:p>
            <a:pPr algn="just">
              <a:lnSpc>
                <a:spcPct val="150000"/>
              </a:lnSpc>
            </a:pPr>
            <a:r>
              <a:rPr lang="en-US" sz="3600" b="1" dirty="0">
                <a:latin typeface="Times New Roman" panose="02020603050405020304" pitchFamily="18" charset="0"/>
                <a:cs typeface="Times New Roman" panose="02020603050405020304" pitchFamily="18" charset="0"/>
              </a:rPr>
              <a:t>Agricultural Planners </a:t>
            </a:r>
            <a:r>
              <a:rPr lang="en-US" sz="3600" dirty="0">
                <a:latin typeface="Times New Roman" panose="02020603050405020304" pitchFamily="18" charset="0"/>
                <a:cs typeface="Times New Roman" panose="02020603050405020304" pitchFamily="18" charset="0"/>
              </a:rPr>
              <a:t>– To support seasonal planning and resource management.</a:t>
            </a:r>
          </a:p>
          <a:p>
            <a:pPr algn="just">
              <a:lnSpc>
                <a:spcPct val="150000"/>
              </a:lnSpc>
            </a:pP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Agricultural Researchers </a:t>
            </a:r>
            <a:r>
              <a:rPr lang="en-US" sz="3600" dirty="0">
                <a:latin typeface="Times New Roman" panose="02020603050405020304" pitchFamily="18" charset="0"/>
                <a:cs typeface="Times New Roman" panose="02020603050405020304" pitchFamily="18" charset="0"/>
              </a:rPr>
              <a:t>– To study seasonal trends and agricultural patterns.</a:t>
            </a:r>
          </a:p>
          <a:p>
            <a:pPr algn="just">
              <a:lnSpc>
                <a:spcPct val="150000"/>
              </a:lnSpc>
            </a:pP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Government &amp; Agricultural Departments </a:t>
            </a:r>
            <a:r>
              <a:rPr lang="en-US" sz="3600" dirty="0">
                <a:latin typeface="Times New Roman" panose="02020603050405020304" pitchFamily="18" charset="0"/>
                <a:cs typeface="Times New Roman" panose="02020603050405020304" pitchFamily="18" charset="0"/>
              </a:rPr>
              <a:t>– For data-driven agricultural planning and policy decisions.</a:t>
            </a:r>
          </a:p>
          <a:p>
            <a:pPr algn="just">
              <a:lnSpc>
                <a:spcPct val="150000"/>
              </a:lnSpc>
            </a:pPr>
            <a:r>
              <a:rPr lang="en-US" sz="3600" b="1" dirty="0">
                <a:latin typeface="Times New Roman" panose="02020603050405020304" pitchFamily="18" charset="0"/>
                <a:cs typeface="Times New Roman" panose="02020603050405020304" pitchFamily="18" charset="0"/>
              </a:rPr>
              <a:t> Agribusinesses </a:t>
            </a:r>
            <a:r>
              <a:rPr lang="en-US" sz="3600" dirty="0">
                <a:latin typeface="Times New Roman" panose="02020603050405020304" pitchFamily="18" charset="0"/>
                <a:cs typeface="Times New Roman" panose="02020603050405020304" pitchFamily="18" charset="0"/>
              </a:rPr>
              <a:t>– To analyze crop production, resource usage, and economic performance.</a:t>
            </a:r>
          </a:p>
          <a:p>
            <a:pPr algn="just">
              <a:lnSpc>
                <a:spcPct val="150000"/>
              </a:lnSpc>
            </a:pPr>
            <a:r>
              <a:rPr lang="en-US" sz="3600" b="1" dirty="0">
                <a:latin typeface="Times New Roman" panose="02020603050405020304" pitchFamily="18" charset="0"/>
                <a:cs typeface="Times New Roman" panose="02020603050405020304" pitchFamily="18" charset="0"/>
              </a:rPr>
              <a:t> Data Analysts </a:t>
            </a:r>
            <a:r>
              <a:rPr lang="en-US" sz="3600" dirty="0">
                <a:latin typeface="Times New Roman" panose="02020603050405020304" pitchFamily="18" charset="0"/>
                <a:cs typeface="Times New Roman" panose="02020603050405020304" pitchFamily="18" charset="0"/>
              </a:rPr>
              <a:t>– To analyze and visualize agricultural performance data.</a:t>
            </a:r>
            <a:endParaRPr lang="en-IN" sz="3600" dirty="0">
              <a:latin typeface="Times New Roman" panose="02020603050405020304" pitchFamily="18" charset="0"/>
              <a:cs typeface="Times New Roman" panose="02020603050405020304" pitchFamily="18" charset="0"/>
            </a:endParaRPr>
          </a:p>
        </p:txBody>
      </p:sp>
      <p:sp>
        <p:nvSpPr>
          <p:cNvPr id="1048650"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2097161" name="Picture 5"/>
          <p:cNvPicPr>
            <a:picLocks noChangeAspect="1"/>
          </p:cNvPicPr>
          <p:nvPr/>
        </p:nvPicPr>
        <p:blipFill>
          <a:blip r:embed="rId2"/>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50"/>
                                        </p:tgtEl>
                                        <p:attrNameLst>
                                          <p:attrName>style.visibility</p:attrName>
                                        </p:attrNameLst>
                                      </p:cBhvr>
                                      <p:to>
                                        <p:strVal val="visible"/>
                                      </p:to>
                                    </p:set>
                                    <p:anim calcmode="lin" valueType="num">
                                      <p:cBhvr>
                                        <p:cTn id="7" dur="500" fill="hold"/>
                                        <p:tgtEl>
                                          <p:spTgt spid="1048650"/>
                                        </p:tgtEl>
                                        <p:attrNameLst>
                                          <p:attrName>ppt_w</p:attrName>
                                        </p:attrNameLst>
                                      </p:cBhvr>
                                      <p:tavLst>
                                        <p:tav tm="0">
                                          <p:val>
                                            <p:fltVal val="0"/>
                                          </p:val>
                                        </p:tav>
                                        <p:tav tm="100000">
                                          <p:val>
                                            <p:strVal val="#ppt_w"/>
                                          </p:val>
                                        </p:tav>
                                      </p:tavLst>
                                    </p:anim>
                                    <p:anim calcmode="lin" valueType="num">
                                      <p:cBhvr>
                                        <p:cTn id="8" dur="500" fill="hold"/>
                                        <p:tgtEl>
                                          <p:spTgt spid="1048650"/>
                                        </p:tgtEl>
                                        <p:attrNameLst>
                                          <p:attrName>ppt_h</p:attrName>
                                        </p:attrNameLst>
                                      </p:cBhvr>
                                      <p:tavLst>
                                        <p:tav tm="0">
                                          <p:val>
                                            <p:fltVal val="0"/>
                                          </p:val>
                                        </p:tav>
                                        <p:tav tm="100000">
                                          <p:val>
                                            <p:strVal val="#ppt_h"/>
                                          </p:val>
                                        </p:tav>
                                      </p:tavLst>
                                    </p:anim>
                                    <p:animEffect transition="in" filter="fade">
                                      <p:cBhvr>
                                        <p:cTn id="9" dur="500"/>
                                        <p:tgtEl>
                                          <p:spTgt spid="104865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8649">
                                            <p:txEl>
                                              <p:pRg st="0" end="0"/>
                                            </p:txEl>
                                          </p:spTgt>
                                        </p:tgtEl>
                                        <p:attrNameLst>
                                          <p:attrName>style.visibility</p:attrName>
                                        </p:attrNameLst>
                                      </p:cBhvr>
                                      <p:to>
                                        <p:strVal val="visible"/>
                                      </p:to>
                                    </p:set>
                                    <p:animEffect transition="in" filter="fade">
                                      <p:cBhvr>
                                        <p:cTn id="14" dur="1000"/>
                                        <p:tgtEl>
                                          <p:spTgt spid="1048649">
                                            <p:txEl>
                                              <p:pRg st="0" end="0"/>
                                            </p:txEl>
                                          </p:spTgt>
                                        </p:tgtEl>
                                      </p:cBhvr>
                                    </p:animEffect>
                                    <p:anim calcmode="lin" valueType="num">
                                      <p:cBhvr>
                                        <p:cTn id="15" dur="1000" fill="hold"/>
                                        <p:tgtEl>
                                          <p:spTgt spid="104864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4864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48649">
                                            <p:txEl>
                                              <p:pRg st="1" end="1"/>
                                            </p:txEl>
                                          </p:spTgt>
                                        </p:tgtEl>
                                        <p:attrNameLst>
                                          <p:attrName>style.visibility</p:attrName>
                                        </p:attrNameLst>
                                      </p:cBhvr>
                                      <p:to>
                                        <p:strVal val="visible"/>
                                      </p:to>
                                    </p:set>
                                    <p:animEffect transition="in" filter="fade">
                                      <p:cBhvr>
                                        <p:cTn id="21" dur="1000"/>
                                        <p:tgtEl>
                                          <p:spTgt spid="1048649">
                                            <p:txEl>
                                              <p:pRg st="1" end="1"/>
                                            </p:txEl>
                                          </p:spTgt>
                                        </p:tgtEl>
                                      </p:cBhvr>
                                    </p:animEffect>
                                    <p:anim calcmode="lin" valueType="num">
                                      <p:cBhvr>
                                        <p:cTn id="22" dur="1000" fill="hold"/>
                                        <p:tgtEl>
                                          <p:spTgt spid="104864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04864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649">
                                            <p:txEl>
                                              <p:pRg st="2" end="2"/>
                                            </p:txEl>
                                          </p:spTgt>
                                        </p:tgtEl>
                                        <p:attrNameLst>
                                          <p:attrName>style.visibility</p:attrName>
                                        </p:attrNameLst>
                                      </p:cBhvr>
                                      <p:to>
                                        <p:strVal val="visible"/>
                                      </p:to>
                                    </p:set>
                                    <p:animEffect transition="in" filter="fade">
                                      <p:cBhvr>
                                        <p:cTn id="28" dur="1000"/>
                                        <p:tgtEl>
                                          <p:spTgt spid="1048649">
                                            <p:txEl>
                                              <p:pRg st="2" end="2"/>
                                            </p:txEl>
                                          </p:spTgt>
                                        </p:tgtEl>
                                      </p:cBhvr>
                                    </p:animEffect>
                                    <p:anim calcmode="lin" valueType="num">
                                      <p:cBhvr>
                                        <p:cTn id="29" dur="1000" fill="hold"/>
                                        <p:tgtEl>
                                          <p:spTgt spid="104864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4864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48649">
                                            <p:txEl>
                                              <p:pRg st="3" end="3"/>
                                            </p:txEl>
                                          </p:spTgt>
                                        </p:tgtEl>
                                        <p:attrNameLst>
                                          <p:attrName>style.visibility</p:attrName>
                                        </p:attrNameLst>
                                      </p:cBhvr>
                                      <p:to>
                                        <p:strVal val="visible"/>
                                      </p:to>
                                    </p:set>
                                    <p:animEffect transition="in" filter="fade">
                                      <p:cBhvr>
                                        <p:cTn id="35" dur="1000"/>
                                        <p:tgtEl>
                                          <p:spTgt spid="1048649">
                                            <p:txEl>
                                              <p:pRg st="3" end="3"/>
                                            </p:txEl>
                                          </p:spTgt>
                                        </p:tgtEl>
                                      </p:cBhvr>
                                    </p:animEffect>
                                    <p:anim calcmode="lin" valueType="num">
                                      <p:cBhvr>
                                        <p:cTn id="36" dur="1000" fill="hold"/>
                                        <p:tgtEl>
                                          <p:spTgt spid="104864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04864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48649">
                                            <p:txEl>
                                              <p:pRg st="4" end="4"/>
                                            </p:txEl>
                                          </p:spTgt>
                                        </p:tgtEl>
                                        <p:attrNameLst>
                                          <p:attrName>style.visibility</p:attrName>
                                        </p:attrNameLst>
                                      </p:cBhvr>
                                      <p:to>
                                        <p:strVal val="visible"/>
                                      </p:to>
                                    </p:set>
                                    <p:animEffect transition="in" filter="fade">
                                      <p:cBhvr>
                                        <p:cTn id="42" dur="1000"/>
                                        <p:tgtEl>
                                          <p:spTgt spid="1048649">
                                            <p:txEl>
                                              <p:pRg st="4" end="4"/>
                                            </p:txEl>
                                          </p:spTgt>
                                        </p:tgtEl>
                                      </p:cBhvr>
                                    </p:animEffect>
                                    <p:anim calcmode="lin" valueType="num">
                                      <p:cBhvr>
                                        <p:cTn id="43" dur="1000" fill="hold"/>
                                        <p:tgtEl>
                                          <p:spTgt spid="1048649">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04864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48649">
                                            <p:txEl>
                                              <p:pRg st="5" end="5"/>
                                            </p:txEl>
                                          </p:spTgt>
                                        </p:tgtEl>
                                        <p:attrNameLst>
                                          <p:attrName>style.visibility</p:attrName>
                                        </p:attrNameLst>
                                      </p:cBhvr>
                                      <p:to>
                                        <p:strVal val="visible"/>
                                      </p:to>
                                    </p:set>
                                    <p:animEffect transition="in" filter="fade">
                                      <p:cBhvr>
                                        <p:cTn id="49" dur="1000"/>
                                        <p:tgtEl>
                                          <p:spTgt spid="1048649">
                                            <p:txEl>
                                              <p:pRg st="5" end="5"/>
                                            </p:txEl>
                                          </p:spTgt>
                                        </p:tgtEl>
                                      </p:cBhvr>
                                    </p:animEffect>
                                    <p:anim calcmode="lin" valueType="num">
                                      <p:cBhvr>
                                        <p:cTn id="50" dur="1000" fill="hold"/>
                                        <p:tgtEl>
                                          <p:spTgt spid="1048649">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04864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9" grpId="0" build="p"/>
      <p:bldP spid="104865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097162" name="Picture 5"/>
          <p:cNvPicPr>
            <a:picLocks noChangeAspect="1"/>
          </p:cNvPicPr>
          <p:nvPr/>
        </p:nvPicPr>
        <p:blipFill>
          <a:blip r:embed="rId3"/>
          <a:stretch>
            <a:fillRect/>
          </a:stretch>
        </p:blipFill>
        <p:spPr>
          <a:xfrm>
            <a:off x="467359" y="6410461"/>
            <a:ext cx="3706253" cy="296092"/>
          </a:xfrm>
          <a:prstGeom prst="rect">
            <a:avLst/>
          </a:prstGeom>
        </p:spPr>
      </p:pic>
      <p:pic>
        <p:nvPicPr>
          <p:cNvPr id="2097163" name="Picture 1"/>
          <p:cNvPicPr>
            <a:picLocks noChangeAspect="1"/>
          </p:cNvPicPr>
          <p:nvPr/>
        </p:nvPicPr>
        <p:blipFill>
          <a:blip r:embed="rId4"/>
          <a:stretch>
            <a:fillRect/>
          </a:stretch>
        </p:blipFill>
        <p:spPr>
          <a:xfrm flipH="1">
            <a:off x="50800" y="3820160"/>
            <a:ext cx="1727200" cy="3010024"/>
          </a:xfrm>
          <a:prstGeom prst="rect">
            <a:avLst/>
          </a:prstGeom>
        </p:spPr>
      </p:pic>
      <p:sp>
        <p:nvSpPr>
          <p:cNvPr id="1048657" name="Text Placeholder 6"/>
          <p:cNvSpPr>
            <a:spLocks noGrp="1"/>
          </p:cNvSpPr>
          <p:nvPr>
            <p:ph type="body" sz="quarter" idx="12"/>
          </p:nvPr>
        </p:nvSpPr>
        <p:spPr>
          <a:xfrm>
            <a:off x="1175656" y="1432560"/>
            <a:ext cx="9974425" cy="5243448"/>
          </a:xfrm>
        </p:spPr>
        <p:txBody>
          <a:bodyPr/>
          <a:lstStyle/>
          <a:p>
            <a:pPr lvl="1">
              <a:lnSpc>
                <a:spcPct val="150000"/>
              </a:lnSpc>
              <a:buFont typeface="Wingdings" panose="05000000000000000000" pitchFamily="2" charset="2"/>
              <a:buChar char="v"/>
            </a:pPr>
            <a:r>
              <a:rPr lang="en-IN" dirty="0"/>
              <a:t> </a:t>
            </a:r>
            <a:r>
              <a:rPr lang="en-IN" sz="2400" dirty="0">
                <a:latin typeface="Times New Roman" panose="02020603050405020304" pitchFamily="18" charset="0"/>
                <a:cs typeface="Times New Roman" panose="02020603050405020304" pitchFamily="18" charset="0"/>
              </a:rPr>
              <a:t>Python – Data analysis and processing</a:t>
            </a:r>
          </a:p>
          <a:p>
            <a:pPr lvl="1">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Jupyter Notebook – Project development and analysis</a:t>
            </a:r>
          </a:p>
          <a:p>
            <a:pPr lvl="1">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Pandas &amp; NumPy – Data cleaning and manipulation</a:t>
            </a:r>
          </a:p>
          <a:p>
            <a:pPr lvl="1">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Matplotlib &amp; Seaborn – Data visualization-</a:t>
            </a:r>
          </a:p>
          <a:p>
            <a:pPr lvl="1">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SciPy – Statistical analysis</a:t>
            </a:r>
          </a:p>
          <a:p>
            <a:pPr lvl="1">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Machine Learning Techniques – Pattern and relationship analysis</a:t>
            </a:r>
          </a:p>
          <a:p>
            <a:pPr lvl="1">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CSV Dataset – Agricultural performance data</a:t>
            </a:r>
          </a:p>
        </p:txBody>
      </p:sp>
      <p:sp>
        <p:nvSpPr>
          <p:cNvPr id="1048658" name="Title 8"/>
          <p:cNvSpPr>
            <a:spLocks noGrp="1"/>
          </p:cNvSpPr>
          <p:nvPr>
            <p:ph type="title"/>
          </p:nvPr>
        </p:nvSpPr>
        <p:spPr>
          <a:xfrm>
            <a:off x="660399" y="430567"/>
            <a:ext cx="5306291" cy="847817"/>
          </a:xfrm>
        </p:spPr>
        <p:txBody>
          <a:bodyPr>
            <a:normAutofit/>
          </a:bodyPr>
          <a:lstStyle/>
          <a:p>
            <a:r>
              <a:rPr lang="en-US" dirty="0"/>
              <a:t>Technology Used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58"/>
                                        </p:tgtEl>
                                        <p:attrNameLst>
                                          <p:attrName>style.visibility</p:attrName>
                                        </p:attrNameLst>
                                      </p:cBhvr>
                                      <p:to>
                                        <p:strVal val="visible"/>
                                      </p:to>
                                    </p:set>
                                    <p:anim calcmode="lin" valueType="num">
                                      <p:cBhvr>
                                        <p:cTn id="7" dur="500" fill="hold"/>
                                        <p:tgtEl>
                                          <p:spTgt spid="1048658"/>
                                        </p:tgtEl>
                                        <p:attrNameLst>
                                          <p:attrName>ppt_w</p:attrName>
                                        </p:attrNameLst>
                                      </p:cBhvr>
                                      <p:tavLst>
                                        <p:tav tm="0">
                                          <p:val>
                                            <p:fltVal val="0"/>
                                          </p:val>
                                        </p:tav>
                                        <p:tav tm="100000">
                                          <p:val>
                                            <p:strVal val="#ppt_w"/>
                                          </p:val>
                                        </p:tav>
                                      </p:tavLst>
                                    </p:anim>
                                    <p:anim calcmode="lin" valueType="num">
                                      <p:cBhvr>
                                        <p:cTn id="8" dur="500" fill="hold"/>
                                        <p:tgtEl>
                                          <p:spTgt spid="1048658"/>
                                        </p:tgtEl>
                                        <p:attrNameLst>
                                          <p:attrName>ppt_h</p:attrName>
                                        </p:attrNameLst>
                                      </p:cBhvr>
                                      <p:tavLst>
                                        <p:tav tm="0">
                                          <p:val>
                                            <p:fltVal val="0"/>
                                          </p:val>
                                        </p:tav>
                                        <p:tav tm="100000">
                                          <p:val>
                                            <p:strVal val="#ppt_h"/>
                                          </p:val>
                                        </p:tav>
                                      </p:tavLst>
                                    </p:anim>
                                    <p:animEffect transition="in" filter="fade">
                                      <p:cBhvr>
                                        <p:cTn id="9" dur="500"/>
                                        <p:tgtEl>
                                          <p:spTgt spid="104865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8657">
                                            <p:txEl>
                                              <p:pRg st="0" end="0"/>
                                            </p:txEl>
                                          </p:spTgt>
                                        </p:tgtEl>
                                        <p:attrNameLst>
                                          <p:attrName>style.visibility</p:attrName>
                                        </p:attrNameLst>
                                      </p:cBhvr>
                                      <p:to>
                                        <p:strVal val="visible"/>
                                      </p:to>
                                    </p:set>
                                    <p:animEffect transition="in" filter="fade">
                                      <p:cBhvr>
                                        <p:cTn id="14" dur="1000"/>
                                        <p:tgtEl>
                                          <p:spTgt spid="1048657">
                                            <p:txEl>
                                              <p:pRg st="0" end="0"/>
                                            </p:txEl>
                                          </p:spTgt>
                                        </p:tgtEl>
                                      </p:cBhvr>
                                    </p:animEffect>
                                    <p:anim calcmode="lin" valueType="num">
                                      <p:cBhvr>
                                        <p:cTn id="15" dur="1000" fill="hold"/>
                                        <p:tgtEl>
                                          <p:spTgt spid="104865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4865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48657">
                                            <p:txEl>
                                              <p:pRg st="1" end="1"/>
                                            </p:txEl>
                                          </p:spTgt>
                                        </p:tgtEl>
                                        <p:attrNameLst>
                                          <p:attrName>style.visibility</p:attrName>
                                        </p:attrNameLst>
                                      </p:cBhvr>
                                      <p:to>
                                        <p:strVal val="visible"/>
                                      </p:to>
                                    </p:set>
                                    <p:animEffect transition="in" filter="fade">
                                      <p:cBhvr>
                                        <p:cTn id="21" dur="1000"/>
                                        <p:tgtEl>
                                          <p:spTgt spid="1048657">
                                            <p:txEl>
                                              <p:pRg st="1" end="1"/>
                                            </p:txEl>
                                          </p:spTgt>
                                        </p:tgtEl>
                                      </p:cBhvr>
                                    </p:animEffect>
                                    <p:anim calcmode="lin" valueType="num">
                                      <p:cBhvr>
                                        <p:cTn id="22" dur="1000" fill="hold"/>
                                        <p:tgtEl>
                                          <p:spTgt spid="104865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04865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657">
                                            <p:txEl>
                                              <p:pRg st="2" end="2"/>
                                            </p:txEl>
                                          </p:spTgt>
                                        </p:tgtEl>
                                        <p:attrNameLst>
                                          <p:attrName>style.visibility</p:attrName>
                                        </p:attrNameLst>
                                      </p:cBhvr>
                                      <p:to>
                                        <p:strVal val="visible"/>
                                      </p:to>
                                    </p:set>
                                    <p:animEffect transition="in" filter="fade">
                                      <p:cBhvr>
                                        <p:cTn id="28" dur="1000"/>
                                        <p:tgtEl>
                                          <p:spTgt spid="1048657">
                                            <p:txEl>
                                              <p:pRg st="2" end="2"/>
                                            </p:txEl>
                                          </p:spTgt>
                                        </p:tgtEl>
                                      </p:cBhvr>
                                    </p:animEffect>
                                    <p:anim calcmode="lin" valueType="num">
                                      <p:cBhvr>
                                        <p:cTn id="29" dur="1000" fill="hold"/>
                                        <p:tgtEl>
                                          <p:spTgt spid="104865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4865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48657">
                                            <p:txEl>
                                              <p:pRg st="3" end="3"/>
                                            </p:txEl>
                                          </p:spTgt>
                                        </p:tgtEl>
                                        <p:attrNameLst>
                                          <p:attrName>style.visibility</p:attrName>
                                        </p:attrNameLst>
                                      </p:cBhvr>
                                      <p:to>
                                        <p:strVal val="visible"/>
                                      </p:to>
                                    </p:set>
                                    <p:animEffect transition="in" filter="fade">
                                      <p:cBhvr>
                                        <p:cTn id="35" dur="1000"/>
                                        <p:tgtEl>
                                          <p:spTgt spid="1048657">
                                            <p:txEl>
                                              <p:pRg st="3" end="3"/>
                                            </p:txEl>
                                          </p:spTgt>
                                        </p:tgtEl>
                                      </p:cBhvr>
                                    </p:animEffect>
                                    <p:anim calcmode="lin" valueType="num">
                                      <p:cBhvr>
                                        <p:cTn id="36" dur="1000" fill="hold"/>
                                        <p:tgtEl>
                                          <p:spTgt spid="104865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04865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48657">
                                            <p:txEl>
                                              <p:pRg st="4" end="4"/>
                                            </p:txEl>
                                          </p:spTgt>
                                        </p:tgtEl>
                                        <p:attrNameLst>
                                          <p:attrName>style.visibility</p:attrName>
                                        </p:attrNameLst>
                                      </p:cBhvr>
                                      <p:to>
                                        <p:strVal val="visible"/>
                                      </p:to>
                                    </p:set>
                                    <p:animEffect transition="in" filter="fade">
                                      <p:cBhvr>
                                        <p:cTn id="42" dur="1000"/>
                                        <p:tgtEl>
                                          <p:spTgt spid="1048657">
                                            <p:txEl>
                                              <p:pRg st="4" end="4"/>
                                            </p:txEl>
                                          </p:spTgt>
                                        </p:tgtEl>
                                      </p:cBhvr>
                                    </p:animEffect>
                                    <p:anim calcmode="lin" valueType="num">
                                      <p:cBhvr>
                                        <p:cTn id="43" dur="1000" fill="hold"/>
                                        <p:tgtEl>
                                          <p:spTgt spid="104865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04865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48657">
                                            <p:txEl>
                                              <p:pRg st="5" end="5"/>
                                            </p:txEl>
                                          </p:spTgt>
                                        </p:tgtEl>
                                        <p:attrNameLst>
                                          <p:attrName>style.visibility</p:attrName>
                                        </p:attrNameLst>
                                      </p:cBhvr>
                                      <p:to>
                                        <p:strVal val="visible"/>
                                      </p:to>
                                    </p:set>
                                    <p:animEffect transition="in" filter="fade">
                                      <p:cBhvr>
                                        <p:cTn id="49" dur="1000"/>
                                        <p:tgtEl>
                                          <p:spTgt spid="1048657">
                                            <p:txEl>
                                              <p:pRg st="5" end="5"/>
                                            </p:txEl>
                                          </p:spTgt>
                                        </p:tgtEl>
                                      </p:cBhvr>
                                    </p:animEffect>
                                    <p:anim calcmode="lin" valueType="num">
                                      <p:cBhvr>
                                        <p:cTn id="50" dur="1000" fill="hold"/>
                                        <p:tgtEl>
                                          <p:spTgt spid="104865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04865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48657">
                                            <p:txEl>
                                              <p:pRg st="6" end="6"/>
                                            </p:txEl>
                                          </p:spTgt>
                                        </p:tgtEl>
                                        <p:attrNameLst>
                                          <p:attrName>style.visibility</p:attrName>
                                        </p:attrNameLst>
                                      </p:cBhvr>
                                      <p:to>
                                        <p:strVal val="visible"/>
                                      </p:to>
                                    </p:set>
                                    <p:animEffect transition="in" filter="fade">
                                      <p:cBhvr>
                                        <p:cTn id="56" dur="1000"/>
                                        <p:tgtEl>
                                          <p:spTgt spid="1048657">
                                            <p:txEl>
                                              <p:pRg st="6" end="6"/>
                                            </p:txEl>
                                          </p:spTgt>
                                        </p:tgtEl>
                                      </p:cBhvr>
                                    </p:animEffect>
                                    <p:anim calcmode="lin" valueType="num">
                                      <p:cBhvr>
                                        <p:cTn id="57" dur="1000" fill="hold"/>
                                        <p:tgtEl>
                                          <p:spTgt spid="104865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104865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7" grpId="0" build="p"/>
      <p:bldP spid="10486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65"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48666"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67"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C678275-063B-40F8-969F-A9C799F2BC46}"/>
              </a:ext>
            </a:extLst>
          </p:cNvPr>
          <p:cNvPicPr>
            <a:picLocks noChangeAspect="1"/>
          </p:cNvPicPr>
          <p:nvPr/>
        </p:nvPicPr>
        <p:blipFill>
          <a:blip r:embed="rId3"/>
          <a:stretch>
            <a:fillRect/>
          </a:stretch>
        </p:blipFill>
        <p:spPr>
          <a:xfrm>
            <a:off x="0" y="1063690"/>
            <a:ext cx="6438122" cy="5728995"/>
          </a:xfrm>
          <a:prstGeom prst="rect">
            <a:avLst/>
          </a:prstGeom>
        </p:spPr>
      </p:pic>
      <p:pic>
        <p:nvPicPr>
          <p:cNvPr id="5" name="Picture 4">
            <a:extLst>
              <a:ext uri="{FF2B5EF4-FFF2-40B4-BE49-F238E27FC236}">
                <a16:creationId xmlns:a16="http://schemas.microsoft.com/office/drawing/2014/main" id="{B1FFA46F-0D4C-5CAD-7898-95E8227A11A3}"/>
              </a:ext>
            </a:extLst>
          </p:cNvPr>
          <p:cNvPicPr>
            <a:picLocks noChangeAspect="1"/>
          </p:cNvPicPr>
          <p:nvPr/>
        </p:nvPicPr>
        <p:blipFill>
          <a:blip r:embed="rId4"/>
          <a:stretch>
            <a:fillRect/>
          </a:stretch>
        </p:blipFill>
        <p:spPr>
          <a:xfrm>
            <a:off x="6759104" y="1063690"/>
            <a:ext cx="5249394" cy="57289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65"/>
                                        </p:tgtEl>
                                        <p:attrNameLst>
                                          <p:attrName>style.visibility</p:attrName>
                                        </p:attrNameLst>
                                      </p:cBhvr>
                                      <p:to>
                                        <p:strVal val="visible"/>
                                      </p:to>
                                    </p:set>
                                    <p:anim calcmode="lin" valueType="num">
                                      <p:cBhvr>
                                        <p:cTn id="7" dur="500" fill="hold"/>
                                        <p:tgtEl>
                                          <p:spTgt spid="1048665"/>
                                        </p:tgtEl>
                                        <p:attrNameLst>
                                          <p:attrName>ppt_w</p:attrName>
                                        </p:attrNameLst>
                                      </p:cBhvr>
                                      <p:tavLst>
                                        <p:tav tm="0">
                                          <p:val>
                                            <p:fltVal val="0"/>
                                          </p:val>
                                        </p:tav>
                                        <p:tav tm="100000">
                                          <p:val>
                                            <p:strVal val="#ppt_w"/>
                                          </p:val>
                                        </p:tav>
                                      </p:tavLst>
                                    </p:anim>
                                    <p:anim calcmode="lin" valueType="num">
                                      <p:cBhvr>
                                        <p:cTn id="8" dur="500" fill="hold"/>
                                        <p:tgtEl>
                                          <p:spTgt spid="1048665"/>
                                        </p:tgtEl>
                                        <p:attrNameLst>
                                          <p:attrName>ppt_h</p:attrName>
                                        </p:attrNameLst>
                                      </p:cBhvr>
                                      <p:tavLst>
                                        <p:tav tm="0">
                                          <p:val>
                                            <p:fltVal val="0"/>
                                          </p:val>
                                        </p:tav>
                                        <p:tav tm="100000">
                                          <p:val>
                                            <p:strVal val="#ppt_h"/>
                                          </p:val>
                                        </p:tav>
                                      </p:tavLst>
                                    </p:anim>
                                    <p:animEffect transition="in" filter="fade">
                                      <p:cBhvr>
                                        <p:cTn id="9" dur="500"/>
                                        <p:tgtEl>
                                          <p:spTgt spid="104866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66"/>
                                        </p:tgtEl>
                                        <p:attrNameLst>
                                          <p:attrName>style.visibility</p:attrName>
                                        </p:attrNameLst>
                                      </p:cBhvr>
                                      <p:to>
                                        <p:strVal val="visible"/>
                                      </p:to>
                                    </p:set>
                                    <p:animEffect transition="in" filter="fade">
                                      <p:cBhvr>
                                        <p:cTn id="14" dur="1000"/>
                                        <p:tgtEl>
                                          <p:spTgt spid="1048666"/>
                                        </p:tgtEl>
                                      </p:cBhvr>
                                    </p:animEffect>
                                    <p:anim calcmode="lin" valueType="num">
                                      <p:cBhvr>
                                        <p:cTn id="15" dur="1000" fill="hold"/>
                                        <p:tgtEl>
                                          <p:spTgt spid="1048666"/>
                                        </p:tgtEl>
                                        <p:attrNameLst>
                                          <p:attrName>ppt_x</p:attrName>
                                        </p:attrNameLst>
                                      </p:cBhvr>
                                      <p:tavLst>
                                        <p:tav tm="0">
                                          <p:val>
                                            <p:strVal val="#ppt_x"/>
                                          </p:val>
                                        </p:tav>
                                        <p:tav tm="100000">
                                          <p:val>
                                            <p:strVal val="#ppt_x"/>
                                          </p:val>
                                        </p:tav>
                                      </p:tavLst>
                                    </p:anim>
                                    <p:anim calcmode="lin" valueType="num">
                                      <p:cBhvr>
                                        <p:cTn id="16" dur="1000" fill="hold"/>
                                        <p:tgtEl>
                                          <p:spTgt spid="104866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67"/>
                                        </p:tgtEl>
                                        <p:attrNameLst>
                                          <p:attrName>style.visibility</p:attrName>
                                        </p:attrNameLst>
                                      </p:cBhvr>
                                      <p:to>
                                        <p:strVal val="visible"/>
                                      </p:to>
                                    </p:set>
                                    <p:animEffect transition="in" filter="fade">
                                      <p:cBhvr>
                                        <p:cTn id="21" dur="1000"/>
                                        <p:tgtEl>
                                          <p:spTgt spid="1048667"/>
                                        </p:tgtEl>
                                      </p:cBhvr>
                                    </p:animEffect>
                                    <p:anim calcmode="lin" valueType="num">
                                      <p:cBhvr>
                                        <p:cTn id="22" dur="1000" fill="hold"/>
                                        <p:tgtEl>
                                          <p:spTgt spid="1048667"/>
                                        </p:tgtEl>
                                        <p:attrNameLst>
                                          <p:attrName>ppt_x</p:attrName>
                                        </p:attrNameLst>
                                      </p:cBhvr>
                                      <p:tavLst>
                                        <p:tav tm="0">
                                          <p:val>
                                            <p:strVal val="#ppt_x"/>
                                          </p:val>
                                        </p:tav>
                                        <p:tav tm="100000">
                                          <p:val>
                                            <p:strVal val="#ppt_x"/>
                                          </p:val>
                                        </p:tav>
                                      </p:tavLst>
                                    </p:anim>
                                    <p:anim calcmode="lin" valueType="num">
                                      <p:cBhvr>
                                        <p:cTn id="23" dur="1000" fill="hold"/>
                                        <p:tgtEl>
                                          <p:spTgt spid="10486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5" grpId="0"/>
      <p:bldP spid="1048666" grpId="0"/>
      <p:bldP spid="104866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55C464-AE99-DADF-7E1F-944D8FE56383}"/>
              </a:ext>
            </a:extLst>
          </p:cNvPr>
          <p:cNvPicPr>
            <a:picLocks noChangeAspect="1"/>
          </p:cNvPicPr>
          <p:nvPr/>
        </p:nvPicPr>
        <p:blipFill>
          <a:blip r:embed="rId2"/>
          <a:stretch>
            <a:fillRect/>
          </a:stretch>
        </p:blipFill>
        <p:spPr>
          <a:xfrm>
            <a:off x="0" y="569167"/>
            <a:ext cx="5645020" cy="5542383"/>
          </a:xfrm>
          <a:prstGeom prst="rect">
            <a:avLst/>
          </a:prstGeom>
        </p:spPr>
      </p:pic>
      <p:pic>
        <p:nvPicPr>
          <p:cNvPr id="8" name="Picture 7">
            <a:extLst>
              <a:ext uri="{FF2B5EF4-FFF2-40B4-BE49-F238E27FC236}">
                <a16:creationId xmlns:a16="http://schemas.microsoft.com/office/drawing/2014/main" id="{056E5D31-C862-3A10-29A4-1D8BE306D805}"/>
              </a:ext>
            </a:extLst>
          </p:cNvPr>
          <p:cNvPicPr>
            <a:picLocks noChangeAspect="1"/>
          </p:cNvPicPr>
          <p:nvPr/>
        </p:nvPicPr>
        <p:blipFill>
          <a:blip r:embed="rId3"/>
          <a:stretch>
            <a:fillRect/>
          </a:stretch>
        </p:blipFill>
        <p:spPr>
          <a:xfrm>
            <a:off x="5934269" y="877077"/>
            <a:ext cx="5747658" cy="4933829"/>
          </a:xfrm>
          <a:prstGeom prst="rect">
            <a:avLst/>
          </a:prstGeom>
        </p:spPr>
      </p:pic>
    </p:spTree>
    <p:extLst>
      <p:ext uri="{BB962C8B-B14F-4D97-AF65-F5344CB8AC3E}">
        <p14:creationId xmlns:p14="http://schemas.microsoft.com/office/powerpoint/2010/main" val="3781366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6"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69"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48671"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E9B99C4-B01B-503C-5E7D-51401C56CB98}"/>
              </a:ext>
            </a:extLst>
          </p:cNvPr>
          <p:cNvPicPr>
            <a:picLocks noChangeAspect="1"/>
          </p:cNvPicPr>
          <p:nvPr/>
        </p:nvPicPr>
        <p:blipFill>
          <a:blip r:embed="rId3"/>
          <a:stretch>
            <a:fillRect/>
          </a:stretch>
        </p:blipFill>
        <p:spPr>
          <a:xfrm>
            <a:off x="0" y="1045029"/>
            <a:ext cx="6718041" cy="5812972"/>
          </a:xfrm>
          <a:prstGeom prst="rect">
            <a:avLst/>
          </a:prstGeom>
        </p:spPr>
      </p:pic>
      <p:pic>
        <p:nvPicPr>
          <p:cNvPr id="5" name="Picture 4">
            <a:extLst>
              <a:ext uri="{FF2B5EF4-FFF2-40B4-BE49-F238E27FC236}">
                <a16:creationId xmlns:a16="http://schemas.microsoft.com/office/drawing/2014/main" id="{E361C071-1AD4-F5E1-1654-DE424E58D167}"/>
              </a:ext>
            </a:extLst>
          </p:cNvPr>
          <p:cNvPicPr>
            <a:picLocks noChangeAspect="1"/>
          </p:cNvPicPr>
          <p:nvPr/>
        </p:nvPicPr>
        <p:blipFill>
          <a:blip r:embed="rId4"/>
          <a:stretch>
            <a:fillRect/>
          </a:stretch>
        </p:blipFill>
        <p:spPr>
          <a:xfrm>
            <a:off x="6839339" y="942393"/>
            <a:ext cx="5271796" cy="58933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69"/>
                                        </p:tgtEl>
                                        <p:attrNameLst>
                                          <p:attrName>style.visibility</p:attrName>
                                        </p:attrNameLst>
                                      </p:cBhvr>
                                      <p:to>
                                        <p:strVal val="visible"/>
                                      </p:to>
                                    </p:set>
                                    <p:anim calcmode="lin" valueType="num">
                                      <p:cBhvr>
                                        <p:cTn id="7" dur="500" fill="hold"/>
                                        <p:tgtEl>
                                          <p:spTgt spid="1048669"/>
                                        </p:tgtEl>
                                        <p:attrNameLst>
                                          <p:attrName>ppt_w</p:attrName>
                                        </p:attrNameLst>
                                      </p:cBhvr>
                                      <p:tavLst>
                                        <p:tav tm="0">
                                          <p:val>
                                            <p:fltVal val="0"/>
                                          </p:val>
                                        </p:tav>
                                        <p:tav tm="100000">
                                          <p:val>
                                            <p:strVal val="#ppt_w"/>
                                          </p:val>
                                        </p:tav>
                                      </p:tavLst>
                                    </p:anim>
                                    <p:anim calcmode="lin" valueType="num">
                                      <p:cBhvr>
                                        <p:cTn id="8" dur="500" fill="hold"/>
                                        <p:tgtEl>
                                          <p:spTgt spid="1048669"/>
                                        </p:tgtEl>
                                        <p:attrNameLst>
                                          <p:attrName>ppt_h</p:attrName>
                                        </p:attrNameLst>
                                      </p:cBhvr>
                                      <p:tavLst>
                                        <p:tav tm="0">
                                          <p:val>
                                            <p:fltVal val="0"/>
                                          </p:val>
                                        </p:tav>
                                        <p:tav tm="100000">
                                          <p:val>
                                            <p:strVal val="#ppt_h"/>
                                          </p:val>
                                        </p:tav>
                                      </p:tavLst>
                                    </p:anim>
                                    <p:animEffect transition="in" filter="fade">
                                      <p:cBhvr>
                                        <p:cTn id="9" dur="500"/>
                                        <p:tgtEl>
                                          <p:spTgt spid="104866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71"/>
                                        </p:tgtEl>
                                        <p:attrNameLst>
                                          <p:attrName>style.visibility</p:attrName>
                                        </p:attrNameLst>
                                      </p:cBhvr>
                                      <p:to>
                                        <p:strVal val="visible"/>
                                      </p:to>
                                    </p:set>
                                    <p:animEffect transition="in" filter="fade">
                                      <p:cBhvr>
                                        <p:cTn id="14" dur="1000"/>
                                        <p:tgtEl>
                                          <p:spTgt spid="1048671"/>
                                        </p:tgtEl>
                                      </p:cBhvr>
                                    </p:animEffect>
                                    <p:anim calcmode="lin" valueType="num">
                                      <p:cBhvr>
                                        <p:cTn id="15" dur="1000" fill="hold"/>
                                        <p:tgtEl>
                                          <p:spTgt spid="1048671"/>
                                        </p:tgtEl>
                                        <p:attrNameLst>
                                          <p:attrName>ppt_x</p:attrName>
                                        </p:attrNameLst>
                                      </p:cBhvr>
                                      <p:tavLst>
                                        <p:tav tm="0">
                                          <p:val>
                                            <p:strVal val="#ppt_x"/>
                                          </p:val>
                                        </p:tav>
                                        <p:tav tm="100000">
                                          <p:val>
                                            <p:strVal val="#ppt_x"/>
                                          </p:val>
                                        </p:tav>
                                      </p:tavLst>
                                    </p:anim>
                                    <p:anim calcmode="lin" valueType="num">
                                      <p:cBhvr>
                                        <p:cTn id="16" dur="1000" fill="hold"/>
                                        <p:tgtEl>
                                          <p:spTgt spid="10486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69" grpId="0"/>
      <p:bldP spid="10486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7"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73"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48674"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75"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76"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0FA5216C-AE80-8207-7053-A1F79B2EEAB3}"/>
              </a:ext>
            </a:extLst>
          </p:cNvPr>
          <p:cNvPicPr>
            <a:picLocks noChangeAspect="1"/>
          </p:cNvPicPr>
          <p:nvPr/>
        </p:nvPicPr>
        <p:blipFill>
          <a:blip r:embed="rId3"/>
          <a:stretch>
            <a:fillRect/>
          </a:stretch>
        </p:blipFill>
        <p:spPr>
          <a:xfrm>
            <a:off x="807165" y="370589"/>
            <a:ext cx="10109652" cy="64106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73"/>
                                        </p:tgtEl>
                                        <p:attrNameLst>
                                          <p:attrName>style.visibility</p:attrName>
                                        </p:attrNameLst>
                                      </p:cBhvr>
                                      <p:to>
                                        <p:strVal val="visible"/>
                                      </p:to>
                                    </p:set>
                                    <p:anim calcmode="lin" valueType="num">
                                      <p:cBhvr>
                                        <p:cTn id="7" dur="500" fill="hold"/>
                                        <p:tgtEl>
                                          <p:spTgt spid="1048673"/>
                                        </p:tgtEl>
                                        <p:attrNameLst>
                                          <p:attrName>ppt_w</p:attrName>
                                        </p:attrNameLst>
                                      </p:cBhvr>
                                      <p:tavLst>
                                        <p:tav tm="0">
                                          <p:val>
                                            <p:fltVal val="0"/>
                                          </p:val>
                                        </p:tav>
                                        <p:tav tm="100000">
                                          <p:val>
                                            <p:strVal val="#ppt_w"/>
                                          </p:val>
                                        </p:tav>
                                      </p:tavLst>
                                    </p:anim>
                                    <p:anim calcmode="lin" valueType="num">
                                      <p:cBhvr>
                                        <p:cTn id="8" dur="500" fill="hold"/>
                                        <p:tgtEl>
                                          <p:spTgt spid="1048673"/>
                                        </p:tgtEl>
                                        <p:attrNameLst>
                                          <p:attrName>ppt_h</p:attrName>
                                        </p:attrNameLst>
                                      </p:cBhvr>
                                      <p:tavLst>
                                        <p:tav tm="0">
                                          <p:val>
                                            <p:fltVal val="0"/>
                                          </p:val>
                                        </p:tav>
                                        <p:tav tm="100000">
                                          <p:val>
                                            <p:strVal val="#ppt_h"/>
                                          </p:val>
                                        </p:tav>
                                      </p:tavLst>
                                    </p:anim>
                                    <p:animEffect transition="in" filter="fade">
                                      <p:cBhvr>
                                        <p:cTn id="9" dur="500"/>
                                        <p:tgtEl>
                                          <p:spTgt spid="104867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74"/>
                                        </p:tgtEl>
                                        <p:attrNameLst>
                                          <p:attrName>style.visibility</p:attrName>
                                        </p:attrNameLst>
                                      </p:cBhvr>
                                      <p:to>
                                        <p:strVal val="visible"/>
                                      </p:to>
                                    </p:set>
                                    <p:animEffect transition="in" filter="fade">
                                      <p:cBhvr>
                                        <p:cTn id="14" dur="1000"/>
                                        <p:tgtEl>
                                          <p:spTgt spid="1048674"/>
                                        </p:tgtEl>
                                      </p:cBhvr>
                                    </p:animEffect>
                                    <p:anim calcmode="lin" valueType="num">
                                      <p:cBhvr>
                                        <p:cTn id="15" dur="1000" fill="hold"/>
                                        <p:tgtEl>
                                          <p:spTgt spid="1048674"/>
                                        </p:tgtEl>
                                        <p:attrNameLst>
                                          <p:attrName>ppt_x</p:attrName>
                                        </p:attrNameLst>
                                      </p:cBhvr>
                                      <p:tavLst>
                                        <p:tav tm="0">
                                          <p:val>
                                            <p:strVal val="#ppt_x"/>
                                          </p:val>
                                        </p:tav>
                                        <p:tav tm="100000">
                                          <p:val>
                                            <p:strVal val="#ppt_x"/>
                                          </p:val>
                                        </p:tav>
                                      </p:tavLst>
                                    </p:anim>
                                    <p:anim calcmode="lin" valueType="num">
                                      <p:cBhvr>
                                        <p:cTn id="16" dur="1000" fill="hold"/>
                                        <p:tgtEl>
                                          <p:spTgt spid="104867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75"/>
                                        </p:tgtEl>
                                        <p:attrNameLst>
                                          <p:attrName>style.visibility</p:attrName>
                                        </p:attrNameLst>
                                      </p:cBhvr>
                                      <p:to>
                                        <p:strVal val="visible"/>
                                      </p:to>
                                    </p:set>
                                    <p:animEffect transition="in" filter="fade">
                                      <p:cBhvr>
                                        <p:cTn id="21" dur="1000"/>
                                        <p:tgtEl>
                                          <p:spTgt spid="1048675"/>
                                        </p:tgtEl>
                                      </p:cBhvr>
                                    </p:animEffect>
                                    <p:anim calcmode="lin" valueType="num">
                                      <p:cBhvr>
                                        <p:cTn id="22" dur="1000" fill="hold"/>
                                        <p:tgtEl>
                                          <p:spTgt spid="1048675"/>
                                        </p:tgtEl>
                                        <p:attrNameLst>
                                          <p:attrName>ppt_x</p:attrName>
                                        </p:attrNameLst>
                                      </p:cBhvr>
                                      <p:tavLst>
                                        <p:tav tm="0">
                                          <p:val>
                                            <p:strVal val="#ppt_x"/>
                                          </p:val>
                                        </p:tav>
                                        <p:tav tm="100000">
                                          <p:val>
                                            <p:strVal val="#ppt_x"/>
                                          </p:val>
                                        </p:tav>
                                      </p:tavLst>
                                    </p:anim>
                                    <p:anim calcmode="lin" valueType="num">
                                      <p:cBhvr>
                                        <p:cTn id="23" dur="1000" fill="hold"/>
                                        <p:tgtEl>
                                          <p:spTgt spid="104867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676">
                                            <p:txEl>
                                              <p:pRg st="0" end="0"/>
                                            </p:txEl>
                                          </p:spTgt>
                                        </p:tgtEl>
                                        <p:attrNameLst>
                                          <p:attrName>style.visibility</p:attrName>
                                        </p:attrNameLst>
                                      </p:cBhvr>
                                      <p:to>
                                        <p:strVal val="visible"/>
                                      </p:to>
                                    </p:set>
                                    <p:animEffect transition="in" filter="fade">
                                      <p:cBhvr>
                                        <p:cTn id="28" dur="1000"/>
                                        <p:tgtEl>
                                          <p:spTgt spid="1048676">
                                            <p:txEl>
                                              <p:pRg st="0" end="0"/>
                                            </p:txEl>
                                          </p:spTgt>
                                        </p:tgtEl>
                                      </p:cBhvr>
                                    </p:animEffect>
                                    <p:anim calcmode="lin" valueType="num">
                                      <p:cBhvr>
                                        <p:cTn id="29" dur="1000" fill="hold"/>
                                        <p:tgtEl>
                                          <p:spTgt spid="1048676">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4867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3" grpId="0"/>
      <p:bldP spid="1048674" grpId="0"/>
      <p:bldP spid="1048675" grpId="0"/>
      <p:bldP spid="104867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8"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77"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1048678"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79"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80"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7A73603-71B5-DBE8-0F1D-7F3A7AE43BDE}"/>
              </a:ext>
            </a:extLst>
          </p:cNvPr>
          <p:cNvPicPr>
            <a:picLocks noChangeAspect="1"/>
          </p:cNvPicPr>
          <p:nvPr/>
        </p:nvPicPr>
        <p:blipFill>
          <a:blip r:embed="rId3"/>
          <a:stretch>
            <a:fillRect/>
          </a:stretch>
        </p:blipFill>
        <p:spPr>
          <a:xfrm>
            <a:off x="320982" y="1431693"/>
            <a:ext cx="9837265" cy="502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77"/>
                                        </p:tgtEl>
                                        <p:attrNameLst>
                                          <p:attrName>style.visibility</p:attrName>
                                        </p:attrNameLst>
                                      </p:cBhvr>
                                      <p:to>
                                        <p:strVal val="visible"/>
                                      </p:to>
                                    </p:set>
                                    <p:anim calcmode="lin" valueType="num">
                                      <p:cBhvr>
                                        <p:cTn id="7" dur="500" fill="hold"/>
                                        <p:tgtEl>
                                          <p:spTgt spid="1048677"/>
                                        </p:tgtEl>
                                        <p:attrNameLst>
                                          <p:attrName>ppt_w</p:attrName>
                                        </p:attrNameLst>
                                      </p:cBhvr>
                                      <p:tavLst>
                                        <p:tav tm="0">
                                          <p:val>
                                            <p:fltVal val="0"/>
                                          </p:val>
                                        </p:tav>
                                        <p:tav tm="100000">
                                          <p:val>
                                            <p:strVal val="#ppt_w"/>
                                          </p:val>
                                        </p:tav>
                                      </p:tavLst>
                                    </p:anim>
                                    <p:anim calcmode="lin" valueType="num">
                                      <p:cBhvr>
                                        <p:cTn id="8" dur="500" fill="hold"/>
                                        <p:tgtEl>
                                          <p:spTgt spid="1048677"/>
                                        </p:tgtEl>
                                        <p:attrNameLst>
                                          <p:attrName>ppt_h</p:attrName>
                                        </p:attrNameLst>
                                      </p:cBhvr>
                                      <p:tavLst>
                                        <p:tav tm="0">
                                          <p:val>
                                            <p:fltVal val="0"/>
                                          </p:val>
                                        </p:tav>
                                        <p:tav tm="100000">
                                          <p:val>
                                            <p:strVal val="#ppt_h"/>
                                          </p:val>
                                        </p:tav>
                                      </p:tavLst>
                                    </p:anim>
                                    <p:animEffect transition="in" filter="fade">
                                      <p:cBhvr>
                                        <p:cTn id="9" dur="500"/>
                                        <p:tgtEl>
                                          <p:spTgt spid="104867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78"/>
                                        </p:tgtEl>
                                        <p:attrNameLst>
                                          <p:attrName>style.visibility</p:attrName>
                                        </p:attrNameLst>
                                      </p:cBhvr>
                                      <p:to>
                                        <p:strVal val="visible"/>
                                      </p:to>
                                    </p:set>
                                    <p:animEffect transition="in" filter="fade">
                                      <p:cBhvr>
                                        <p:cTn id="14" dur="1000"/>
                                        <p:tgtEl>
                                          <p:spTgt spid="1048678"/>
                                        </p:tgtEl>
                                      </p:cBhvr>
                                    </p:animEffect>
                                    <p:anim calcmode="lin" valueType="num">
                                      <p:cBhvr>
                                        <p:cTn id="15" dur="1000" fill="hold"/>
                                        <p:tgtEl>
                                          <p:spTgt spid="1048678"/>
                                        </p:tgtEl>
                                        <p:attrNameLst>
                                          <p:attrName>ppt_x</p:attrName>
                                        </p:attrNameLst>
                                      </p:cBhvr>
                                      <p:tavLst>
                                        <p:tav tm="0">
                                          <p:val>
                                            <p:strVal val="#ppt_x"/>
                                          </p:val>
                                        </p:tav>
                                        <p:tav tm="100000">
                                          <p:val>
                                            <p:strVal val="#ppt_x"/>
                                          </p:val>
                                        </p:tav>
                                      </p:tavLst>
                                    </p:anim>
                                    <p:anim calcmode="lin" valueType="num">
                                      <p:cBhvr>
                                        <p:cTn id="16" dur="1000" fill="hold"/>
                                        <p:tgtEl>
                                          <p:spTgt spid="104867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79"/>
                                        </p:tgtEl>
                                        <p:attrNameLst>
                                          <p:attrName>style.visibility</p:attrName>
                                        </p:attrNameLst>
                                      </p:cBhvr>
                                      <p:to>
                                        <p:strVal val="visible"/>
                                      </p:to>
                                    </p:set>
                                    <p:animEffect transition="in" filter="fade">
                                      <p:cBhvr>
                                        <p:cTn id="21" dur="1000"/>
                                        <p:tgtEl>
                                          <p:spTgt spid="1048679"/>
                                        </p:tgtEl>
                                      </p:cBhvr>
                                    </p:animEffect>
                                    <p:anim calcmode="lin" valueType="num">
                                      <p:cBhvr>
                                        <p:cTn id="22" dur="1000" fill="hold"/>
                                        <p:tgtEl>
                                          <p:spTgt spid="1048679"/>
                                        </p:tgtEl>
                                        <p:attrNameLst>
                                          <p:attrName>ppt_x</p:attrName>
                                        </p:attrNameLst>
                                      </p:cBhvr>
                                      <p:tavLst>
                                        <p:tav tm="0">
                                          <p:val>
                                            <p:strVal val="#ppt_x"/>
                                          </p:val>
                                        </p:tav>
                                        <p:tav tm="100000">
                                          <p:val>
                                            <p:strVal val="#ppt_x"/>
                                          </p:val>
                                        </p:tav>
                                      </p:tavLst>
                                    </p:anim>
                                    <p:anim calcmode="lin" valueType="num">
                                      <p:cBhvr>
                                        <p:cTn id="23" dur="1000" fill="hold"/>
                                        <p:tgtEl>
                                          <p:spTgt spid="104867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680">
                                            <p:txEl>
                                              <p:pRg st="0" end="0"/>
                                            </p:txEl>
                                          </p:spTgt>
                                        </p:tgtEl>
                                        <p:attrNameLst>
                                          <p:attrName>style.visibility</p:attrName>
                                        </p:attrNameLst>
                                      </p:cBhvr>
                                      <p:to>
                                        <p:strVal val="visible"/>
                                      </p:to>
                                    </p:set>
                                    <p:animEffect transition="in" filter="fade">
                                      <p:cBhvr>
                                        <p:cTn id="28" dur="1000"/>
                                        <p:tgtEl>
                                          <p:spTgt spid="1048680">
                                            <p:txEl>
                                              <p:pRg st="0" end="0"/>
                                            </p:txEl>
                                          </p:spTgt>
                                        </p:tgtEl>
                                      </p:cBhvr>
                                    </p:animEffect>
                                    <p:anim calcmode="lin" valueType="num">
                                      <p:cBhvr>
                                        <p:cTn id="29" dur="1000" fill="hold"/>
                                        <p:tgtEl>
                                          <p:spTgt spid="104868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4868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7" grpId="0"/>
      <p:bldP spid="1048678" grpId="0"/>
      <p:bldP spid="1048679" grpId="0"/>
      <p:bldP spid="104868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32" name="Title 3"/>
          <p:cNvSpPr>
            <a:spLocks noGrp="1"/>
          </p:cNvSpPr>
          <p:nvPr>
            <p:ph type="title"/>
          </p:nvPr>
        </p:nvSpPr>
        <p:spPr>
          <a:xfrm>
            <a:off x="675957" y="370589"/>
            <a:ext cx="4735798" cy="830997"/>
          </a:xfrm>
        </p:spPr>
        <p:txBody>
          <a:bodyPr>
            <a:normAutofit/>
          </a:bodyPr>
          <a:lstStyle/>
          <a:p>
            <a:r>
              <a:rPr lang="en-IN" sz="4000" dirty="0"/>
              <a:t>Future scope</a:t>
            </a:r>
          </a:p>
        </p:txBody>
      </p:sp>
      <p:sp>
        <p:nvSpPr>
          <p:cNvPr id="1048633"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34"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AB62176-1F64-ECB8-5013-EB25B0B986D6}"/>
              </a:ext>
            </a:extLst>
          </p:cNvPr>
          <p:cNvSpPr txBox="1"/>
          <p:nvPr/>
        </p:nvSpPr>
        <p:spPr>
          <a:xfrm>
            <a:off x="675956" y="1275371"/>
            <a:ext cx="9914289" cy="2308324"/>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Develop AI/ML models to predict crop yield and seasonal performance.</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Add real-time weather and soil data for better analysis.</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Develop a dashboard for farmers and agricultural planners.</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Provide crop and irrigation recommendations based on seasonal conditions.</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Integrate IoT sensors and satellite data for real-time monitoring</a:t>
            </a: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Extend the system to support more crops and regions.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32"/>
                                        </p:tgtEl>
                                        <p:attrNameLst>
                                          <p:attrName>style.visibility</p:attrName>
                                        </p:attrNameLst>
                                      </p:cBhvr>
                                      <p:to>
                                        <p:strVal val="visible"/>
                                      </p:to>
                                    </p:set>
                                    <p:anim calcmode="lin" valueType="num">
                                      <p:cBhvr>
                                        <p:cTn id="7" dur="500" fill="hold"/>
                                        <p:tgtEl>
                                          <p:spTgt spid="1048632"/>
                                        </p:tgtEl>
                                        <p:attrNameLst>
                                          <p:attrName>ppt_w</p:attrName>
                                        </p:attrNameLst>
                                      </p:cBhvr>
                                      <p:tavLst>
                                        <p:tav tm="0">
                                          <p:val>
                                            <p:fltVal val="0"/>
                                          </p:val>
                                        </p:tav>
                                        <p:tav tm="100000">
                                          <p:val>
                                            <p:strVal val="#ppt_w"/>
                                          </p:val>
                                        </p:tav>
                                      </p:tavLst>
                                    </p:anim>
                                    <p:anim calcmode="lin" valueType="num">
                                      <p:cBhvr>
                                        <p:cTn id="8" dur="500" fill="hold"/>
                                        <p:tgtEl>
                                          <p:spTgt spid="1048632"/>
                                        </p:tgtEl>
                                        <p:attrNameLst>
                                          <p:attrName>ppt_h</p:attrName>
                                        </p:attrNameLst>
                                      </p:cBhvr>
                                      <p:tavLst>
                                        <p:tav tm="0">
                                          <p:val>
                                            <p:fltVal val="0"/>
                                          </p:val>
                                        </p:tav>
                                        <p:tav tm="100000">
                                          <p:val>
                                            <p:strVal val="#ppt_h"/>
                                          </p:val>
                                        </p:tav>
                                      </p:tavLst>
                                    </p:anim>
                                    <p:animEffect transition="in" filter="fade">
                                      <p:cBhvr>
                                        <p:cTn id="9" dur="500"/>
                                        <p:tgtEl>
                                          <p:spTgt spid="104863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33"/>
                                        </p:tgtEl>
                                        <p:attrNameLst>
                                          <p:attrName>style.visibility</p:attrName>
                                        </p:attrNameLst>
                                      </p:cBhvr>
                                      <p:to>
                                        <p:strVal val="visible"/>
                                      </p:to>
                                    </p:set>
                                    <p:animEffect transition="in" filter="fade">
                                      <p:cBhvr>
                                        <p:cTn id="14" dur="1000"/>
                                        <p:tgtEl>
                                          <p:spTgt spid="1048633"/>
                                        </p:tgtEl>
                                      </p:cBhvr>
                                    </p:animEffect>
                                    <p:anim calcmode="lin" valueType="num">
                                      <p:cBhvr>
                                        <p:cTn id="15" dur="1000" fill="hold"/>
                                        <p:tgtEl>
                                          <p:spTgt spid="1048633"/>
                                        </p:tgtEl>
                                        <p:attrNameLst>
                                          <p:attrName>ppt_x</p:attrName>
                                        </p:attrNameLst>
                                      </p:cBhvr>
                                      <p:tavLst>
                                        <p:tav tm="0">
                                          <p:val>
                                            <p:strVal val="#ppt_x"/>
                                          </p:val>
                                        </p:tav>
                                        <p:tav tm="100000">
                                          <p:val>
                                            <p:strVal val="#ppt_x"/>
                                          </p:val>
                                        </p:tav>
                                      </p:tavLst>
                                    </p:anim>
                                    <p:anim calcmode="lin" valueType="num">
                                      <p:cBhvr>
                                        <p:cTn id="16" dur="1000" fill="hold"/>
                                        <p:tgtEl>
                                          <p:spTgt spid="104863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34"/>
                                        </p:tgtEl>
                                        <p:attrNameLst>
                                          <p:attrName>style.visibility</p:attrName>
                                        </p:attrNameLst>
                                      </p:cBhvr>
                                      <p:to>
                                        <p:strVal val="visible"/>
                                      </p:to>
                                    </p:set>
                                    <p:animEffect transition="in" filter="fade">
                                      <p:cBhvr>
                                        <p:cTn id="21" dur="1000"/>
                                        <p:tgtEl>
                                          <p:spTgt spid="1048634"/>
                                        </p:tgtEl>
                                      </p:cBhvr>
                                    </p:animEffect>
                                    <p:anim calcmode="lin" valueType="num">
                                      <p:cBhvr>
                                        <p:cTn id="22" dur="1000" fill="hold"/>
                                        <p:tgtEl>
                                          <p:spTgt spid="1048634"/>
                                        </p:tgtEl>
                                        <p:attrNameLst>
                                          <p:attrName>ppt_x</p:attrName>
                                        </p:attrNameLst>
                                      </p:cBhvr>
                                      <p:tavLst>
                                        <p:tav tm="0">
                                          <p:val>
                                            <p:strVal val="#ppt_x"/>
                                          </p:val>
                                        </p:tav>
                                        <p:tav tm="100000">
                                          <p:val>
                                            <p:strVal val="#ppt_x"/>
                                          </p:val>
                                        </p:tav>
                                      </p:tavLst>
                                    </p:anim>
                                    <p:anim calcmode="lin" valueType="num">
                                      <p:cBhvr>
                                        <p:cTn id="23" dur="1000" fill="hold"/>
                                        <p:tgtEl>
                                          <p:spTgt spid="10486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2" grpId="0"/>
      <p:bldP spid="1048633" grpId="0"/>
      <p:bldP spid="104863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28" name="Title 3"/>
          <p:cNvSpPr>
            <a:spLocks noGrp="1"/>
          </p:cNvSpPr>
          <p:nvPr>
            <p:ph type="title"/>
          </p:nvPr>
        </p:nvSpPr>
        <p:spPr>
          <a:xfrm>
            <a:off x="675957" y="370589"/>
            <a:ext cx="4735798" cy="830997"/>
          </a:xfrm>
        </p:spPr>
        <p:txBody>
          <a:bodyPr>
            <a:normAutofit/>
          </a:bodyPr>
          <a:lstStyle/>
          <a:p>
            <a:r>
              <a:rPr lang="en-IN" sz="4000" dirty="0"/>
              <a:t>GitHub Link</a:t>
            </a:r>
          </a:p>
        </p:txBody>
      </p:sp>
      <p:sp>
        <p:nvSpPr>
          <p:cNvPr id="1048629"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30"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31" name="TextBox 2"/>
          <p:cNvSpPr txBox="1"/>
          <p:nvPr/>
        </p:nvSpPr>
        <p:spPr>
          <a:xfrm>
            <a:off x="729256" y="1440320"/>
            <a:ext cx="7232875" cy="646331"/>
          </a:xfrm>
          <a:prstGeom prst="rect">
            <a:avLst/>
          </a:prstGeom>
          <a:noFill/>
        </p:spPr>
        <p:txBody>
          <a:bodyPr wrap="square">
            <a:spAutoFit/>
          </a:bodyPr>
          <a:lstStyle/>
          <a:p>
            <a:r>
              <a:rPr lang="en-US" dirty="0"/>
              <a:t>https://github.com/Samarthk22/seasonal-agriculture-performance-analysis.git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28"/>
                                        </p:tgtEl>
                                        <p:attrNameLst>
                                          <p:attrName>style.visibility</p:attrName>
                                        </p:attrNameLst>
                                      </p:cBhvr>
                                      <p:to>
                                        <p:strVal val="visible"/>
                                      </p:to>
                                    </p:set>
                                    <p:anim calcmode="lin" valueType="num">
                                      <p:cBhvr>
                                        <p:cTn id="7" dur="500" fill="hold"/>
                                        <p:tgtEl>
                                          <p:spTgt spid="1048628"/>
                                        </p:tgtEl>
                                        <p:attrNameLst>
                                          <p:attrName>ppt_w</p:attrName>
                                        </p:attrNameLst>
                                      </p:cBhvr>
                                      <p:tavLst>
                                        <p:tav tm="0">
                                          <p:val>
                                            <p:fltVal val="0"/>
                                          </p:val>
                                        </p:tav>
                                        <p:tav tm="100000">
                                          <p:val>
                                            <p:strVal val="#ppt_w"/>
                                          </p:val>
                                        </p:tav>
                                      </p:tavLst>
                                    </p:anim>
                                    <p:anim calcmode="lin" valueType="num">
                                      <p:cBhvr>
                                        <p:cTn id="8" dur="500" fill="hold"/>
                                        <p:tgtEl>
                                          <p:spTgt spid="1048628"/>
                                        </p:tgtEl>
                                        <p:attrNameLst>
                                          <p:attrName>ppt_h</p:attrName>
                                        </p:attrNameLst>
                                      </p:cBhvr>
                                      <p:tavLst>
                                        <p:tav tm="0">
                                          <p:val>
                                            <p:fltVal val="0"/>
                                          </p:val>
                                        </p:tav>
                                        <p:tav tm="100000">
                                          <p:val>
                                            <p:strVal val="#ppt_h"/>
                                          </p:val>
                                        </p:tav>
                                      </p:tavLst>
                                    </p:anim>
                                    <p:animEffect transition="in" filter="fade">
                                      <p:cBhvr>
                                        <p:cTn id="9" dur="500"/>
                                        <p:tgtEl>
                                          <p:spTgt spid="104862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29"/>
                                        </p:tgtEl>
                                        <p:attrNameLst>
                                          <p:attrName>style.visibility</p:attrName>
                                        </p:attrNameLst>
                                      </p:cBhvr>
                                      <p:to>
                                        <p:strVal val="visible"/>
                                      </p:to>
                                    </p:set>
                                    <p:animEffect transition="in" filter="fade">
                                      <p:cBhvr>
                                        <p:cTn id="14" dur="1000"/>
                                        <p:tgtEl>
                                          <p:spTgt spid="1048629"/>
                                        </p:tgtEl>
                                      </p:cBhvr>
                                    </p:animEffect>
                                    <p:anim calcmode="lin" valueType="num">
                                      <p:cBhvr>
                                        <p:cTn id="15" dur="1000" fill="hold"/>
                                        <p:tgtEl>
                                          <p:spTgt spid="1048629"/>
                                        </p:tgtEl>
                                        <p:attrNameLst>
                                          <p:attrName>ppt_x</p:attrName>
                                        </p:attrNameLst>
                                      </p:cBhvr>
                                      <p:tavLst>
                                        <p:tav tm="0">
                                          <p:val>
                                            <p:strVal val="#ppt_x"/>
                                          </p:val>
                                        </p:tav>
                                        <p:tav tm="100000">
                                          <p:val>
                                            <p:strVal val="#ppt_x"/>
                                          </p:val>
                                        </p:tav>
                                      </p:tavLst>
                                    </p:anim>
                                    <p:anim calcmode="lin" valueType="num">
                                      <p:cBhvr>
                                        <p:cTn id="16" dur="1000" fill="hold"/>
                                        <p:tgtEl>
                                          <p:spTgt spid="104862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30"/>
                                        </p:tgtEl>
                                        <p:attrNameLst>
                                          <p:attrName>style.visibility</p:attrName>
                                        </p:attrNameLst>
                                      </p:cBhvr>
                                      <p:to>
                                        <p:strVal val="visible"/>
                                      </p:to>
                                    </p:set>
                                    <p:animEffect transition="in" filter="fade">
                                      <p:cBhvr>
                                        <p:cTn id="21" dur="1000"/>
                                        <p:tgtEl>
                                          <p:spTgt spid="1048630"/>
                                        </p:tgtEl>
                                      </p:cBhvr>
                                    </p:animEffect>
                                    <p:anim calcmode="lin" valueType="num">
                                      <p:cBhvr>
                                        <p:cTn id="22" dur="1000" fill="hold"/>
                                        <p:tgtEl>
                                          <p:spTgt spid="1048630"/>
                                        </p:tgtEl>
                                        <p:attrNameLst>
                                          <p:attrName>ppt_x</p:attrName>
                                        </p:attrNameLst>
                                      </p:cBhvr>
                                      <p:tavLst>
                                        <p:tav tm="0">
                                          <p:val>
                                            <p:strVal val="#ppt_x"/>
                                          </p:val>
                                        </p:tav>
                                        <p:tav tm="100000">
                                          <p:val>
                                            <p:strVal val="#ppt_x"/>
                                          </p:val>
                                        </p:tav>
                                      </p:tavLst>
                                    </p:anim>
                                    <p:anim calcmode="lin" valueType="num">
                                      <p:cBhvr>
                                        <p:cTn id="23" dur="1000" fill="hold"/>
                                        <p:tgtEl>
                                          <p:spTgt spid="10486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8" grpId="0"/>
      <p:bldP spid="1048629" grpId="0"/>
      <p:bldP spid="10486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25"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1048626"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48627"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960CB74-0D95-34E4-AF57-5CDC3A8AAB41}"/>
              </a:ext>
            </a:extLst>
          </p:cNvPr>
          <p:cNvPicPr>
            <a:picLocks noChangeAspect="1"/>
          </p:cNvPicPr>
          <p:nvPr/>
        </p:nvPicPr>
        <p:blipFill>
          <a:blip r:embed="rId3"/>
          <a:stretch>
            <a:fillRect/>
          </a:stretch>
        </p:blipFill>
        <p:spPr>
          <a:xfrm>
            <a:off x="0" y="1287594"/>
            <a:ext cx="12192000" cy="56134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25"/>
                                        </p:tgtEl>
                                        <p:attrNameLst>
                                          <p:attrName>style.visibility</p:attrName>
                                        </p:attrNameLst>
                                      </p:cBhvr>
                                      <p:to>
                                        <p:strVal val="visible"/>
                                      </p:to>
                                    </p:set>
                                    <p:anim calcmode="lin" valueType="num">
                                      <p:cBhvr>
                                        <p:cTn id="7" dur="500" fill="hold"/>
                                        <p:tgtEl>
                                          <p:spTgt spid="1048625"/>
                                        </p:tgtEl>
                                        <p:attrNameLst>
                                          <p:attrName>ppt_w</p:attrName>
                                        </p:attrNameLst>
                                      </p:cBhvr>
                                      <p:tavLst>
                                        <p:tav tm="0">
                                          <p:val>
                                            <p:fltVal val="0"/>
                                          </p:val>
                                        </p:tav>
                                        <p:tav tm="100000">
                                          <p:val>
                                            <p:strVal val="#ppt_w"/>
                                          </p:val>
                                        </p:tav>
                                      </p:tavLst>
                                    </p:anim>
                                    <p:anim calcmode="lin" valueType="num">
                                      <p:cBhvr>
                                        <p:cTn id="8" dur="500" fill="hold"/>
                                        <p:tgtEl>
                                          <p:spTgt spid="1048625"/>
                                        </p:tgtEl>
                                        <p:attrNameLst>
                                          <p:attrName>ppt_h</p:attrName>
                                        </p:attrNameLst>
                                      </p:cBhvr>
                                      <p:tavLst>
                                        <p:tav tm="0">
                                          <p:val>
                                            <p:fltVal val="0"/>
                                          </p:val>
                                        </p:tav>
                                        <p:tav tm="100000">
                                          <p:val>
                                            <p:strVal val="#ppt_h"/>
                                          </p:val>
                                        </p:tav>
                                      </p:tavLst>
                                    </p:anim>
                                    <p:animEffect transition="in" filter="fade">
                                      <p:cBhvr>
                                        <p:cTn id="9" dur="500"/>
                                        <p:tgtEl>
                                          <p:spTgt spid="104862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48626"/>
                                        </p:tgtEl>
                                        <p:attrNameLst>
                                          <p:attrName>style.visibility</p:attrName>
                                        </p:attrNameLst>
                                      </p:cBhvr>
                                      <p:to>
                                        <p:strVal val="visible"/>
                                      </p:to>
                                    </p:set>
                                    <p:animEffect transition="in" filter="fade">
                                      <p:cBhvr>
                                        <p:cTn id="14" dur="1000"/>
                                        <p:tgtEl>
                                          <p:spTgt spid="1048626"/>
                                        </p:tgtEl>
                                      </p:cBhvr>
                                    </p:animEffect>
                                    <p:anim calcmode="lin" valueType="num">
                                      <p:cBhvr>
                                        <p:cTn id="15" dur="1000" fill="hold"/>
                                        <p:tgtEl>
                                          <p:spTgt spid="1048626"/>
                                        </p:tgtEl>
                                        <p:attrNameLst>
                                          <p:attrName>ppt_x</p:attrName>
                                        </p:attrNameLst>
                                      </p:cBhvr>
                                      <p:tavLst>
                                        <p:tav tm="0">
                                          <p:val>
                                            <p:strVal val="#ppt_x"/>
                                          </p:val>
                                        </p:tav>
                                        <p:tav tm="100000">
                                          <p:val>
                                            <p:strVal val="#ppt_x"/>
                                          </p:val>
                                        </p:tav>
                                      </p:tavLst>
                                    </p:anim>
                                    <p:anim calcmode="lin" valueType="num">
                                      <p:cBhvr>
                                        <p:cTn id="16" dur="1000" fill="hold"/>
                                        <p:tgtEl>
                                          <p:spTgt spid="104862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27"/>
                                        </p:tgtEl>
                                        <p:attrNameLst>
                                          <p:attrName>style.visibility</p:attrName>
                                        </p:attrNameLst>
                                      </p:cBhvr>
                                      <p:to>
                                        <p:strVal val="visible"/>
                                      </p:to>
                                    </p:set>
                                    <p:animEffect transition="in" filter="fade">
                                      <p:cBhvr>
                                        <p:cTn id="21" dur="1000"/>
                                        <p:tgtEl>
                                          <p:spTgt spid="1048627"/>
                                        </p:tgtEl>
                                      </p:cBhvr>
                                    </p:animEffect>
                                    <p:anim calcmode="lin" valueType="num">
                                      <p:cBhvr>
                                        <p:cTn id="22" dur="1000" fill="hold"/>
                                        <p:tgtEl>
                                          <p:spTgt spid="1048627"/>
                                        </p:tgtEl>
                                        <p:attrNameLst>
                                          <p:attrName>ppt_x</p:attrName>
                                        </p:attrNameLst>
                                      </p:cBhvr>
                                      <p:tavLst>
                                        <p:tav tm="0">
                                          <p:val>
                                            <p:strVal val="#ppt_x"/>
                                          </p:val>
                                        </p:tav>
                                        <p:tav tm="100000">
                                          <p:val>
                                            <p:strVal val="#ppt_x"/>
                                          </p:val>
                                        </p:tav>
                                      </p:tavLst>
                                    </p:anim>
                                    <p:anim calcmode="lin" valueType="num">
                                      <p:cBhvr>
                                        <p:cTn id="23" dur="1000" fill="hold"/>
                                        <p:tgtEl>
                                          <p:spTgt spid="10486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5" grpId="0"/>
      <p:bldP spid="1048626" grpId="0"/>
      <p:bldP spid="10486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1"/>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048612" name="Text Placeholder 30"/>
          <p:cNvSpPr>
            <a:spLocks noGrp="1"/>
          </p:cNvSpPr>
          <p:nvPr>
            <p:ph type="body" sz="quarter" idx="13"/>
          </p:nvPr>
        </p:nvSpPr>
        <p:spPr>
          <a:xfrm>
            <a:off x="3727865" y="4641925"/>
            <a:ext cx="2139695" cy="1108635"/>
          </a:xfrm>
        </p:spPr>
        <p:txBody>
          <a:bodyPr>
            <a:normAutofit/>
          </a:bodyPr>
          <a:lstStyle/>
          <a:p>
            <a:r>
              <a:rPr lang="en-US" dirty="0"/>
              <a:t>.</a:t>
            </a:r>
          </a:p>
        </p:txBody>
      </p:sp>
      <p:sp>
        <p:nvSpPr>
          <p:cNvPr id="1048613"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1048614"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1048615"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1048616"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1048617"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2097152" name="Picture 1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048618" name="Text Placeholder 11"/>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48611"/>
                                        </p:tgtEl>
                                        <p:attrNameLst>
                                          <p:attrName>style.visibility</p:attrName>
                                        </p:attrNameLst>
                                      </p:cBhvr>
                                      <p:to>
                                        <p:strVal val="visible"/>
                                      </p:to>
                                    </p:set>
                                    <p:anim calcmode="lin" valueType="num">
                                      <p:cBhvr>
                                        <p:cTn id="7" dur="500" fill="hold"/>
                                        <p:tgtEl>
                                          <p:spTgt spid="1048611"/>
                                        </p:tgtEl>
                                        <p:attrNameLst>
                                          <p:attrName>ppt_w</p:attrName>
                                        </p:attrNameLst>
                                      </p:cBhvr>
                                      <p:tavLst>
                                        <p:tav tm="0">
                                          <p:val>
                                            <p:fltVal val="0"/>
                                          </p:val>
                                        </p:tav>
                                        <p:tav tm="100000">
                                          <p:val>
                                            <p:strVal val="#ppt_w"/>
                                          </p:val>
                                        </p:tav>
                                      </p:tavLst>
                                    </p:anim>
                                    <p:anim calcmode="lin" valueType="num">
                                      <p:cBhvr>
                                        <p:cTn id="8" dur="500" fill="hold"/>
                                        <p:tgtEl>
                                          <p:spTgt spid="1048611"/>
                                        </p:tgtEl>
                                        <p:attrNameLst>
                                          <p:attrName>ppt_h</p:attrName>
                                        </p:attrNameLst>
                                      </p:cBhvr>
                                      <p:tavLst>
                                        <p:tav tm="0">
                                          <p:val>
                                            <p:fltVal val="0"/>
                                          </p:val>
                                        </p:tav>
                                        <p:tav tm="100000">
                                          <p:val>
                                            <p:strVal val="#ppt_h"/>
                                          </p:val>
                                        </p:tav>
                                      </p:tavLst>
                                    </p:anim>
                                    <p:animEffect transition="in" filter="fade">
                                      <p:cBhvr>
                                        <p:cTn id="9" dur="500"/>
                                        <p:tgtEl>
                                          <p:spTgt spid="1048611"/>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048613"/>
                                        </p:tgtEl>
                                        <p:attrNameLst>
                                          <p:attrName>style.visibility</p:attrName>
                                        </p:attrNameLst>
                                      </p:cBhvr>
                                      <p:to>
                                        <p:strVal val="visible"/>
                                      </p:to>
                                    </p:set>
                                    <p:anim calcmode="lin" valueType="num">
                                      <p:cBhvr additive="base">
                                        <p:cTn id="14" dur="500"/>
                                        <p:tgtEl>
                                          <p:spTgt spid="1048613"/>
                                        </p:tgtEl>
                                        <p:attrNameLst>
                                          <p:attrName>ppt_y</p:attrName>
                                        </p:attrNameLst>
                                      </p:cBhvr>
                                      <p:tavLst>
                                        <p:tav tm="0">
                                          <p:val>
                                            <p:strVal val="#ppt_y+#ppt_h*1.125000"/>
                                          </p:val>
                                        </p:tav>
                                        <p:tav tm="100000">
                                          <p:val>
                                            <p:strVal val="#ppt_y"/>
                                          </p:val>
                                        </p:tav>
                                      </p:tavLst>
                                    </p:anim>
                                    <p:animEffect transition="in" filter="wipe(up)">
                                      <p:cBhvr>
                                        <p:cTn id="15" dur="500"/>
                                        <p:tgtEl>
                                          <p:spTgt spid="1048613"/>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048612">
                                            <p:txEl>
                                              <p:pRg st="0" end="0"/>
                                            </p:txEl>
                                          </p:spTgt>
                                        </p:tgtEl>
                                        <p:attrNameLst>
                                          <p:attrName>style.visibility</p:attrName>
                                        </p:attrNameLst>
                                      </p:cBhvr>
                                      <p:to>
                                        <p:strVal val="visible"/>
                                      </p:to>
                                    </p:set>
                                    <p:anim calcmode="lin" valueType="num">
                                      <p:cBhvr additive="base">
                                        <p:cTn id="20" dur="500"/>
                                        <p:tgtEl>
                                          <p:spTgt spid="1048612">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104861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1048614"/>
                                        </p:tgtEl>
                                        <p:attrNameLst>
                                          <p:attrName>style.visibility</p:attrName>
                                        </p:attrNameLst>
                                      </p:cBhvr>
                                      <p:to>
                                        <p:strVal val="visible"/>
                                      </p:to>
                                    </p:set>
                                    <p:anim calcmode="lin" valueType="num">
                                      <p:cBhvr additive="base">
                                        <p:cTn id="26" dur="500"/>
                                        <p:tgtEl>
                                          <p:spTgt spid="1048614"/>
                                        </p:tgtEl>
                                        <p:attrNameLst>
                                          <p:attrName>ppt_y</p:attrName>
                                        </p:attrNameLst>
                                      </p:cBhvr>
                                      <p:tavLst>
                                        <p:tav tm="0">
                                          <p:val>
                                            <p:strVal val="#ppt_y+#ppt_h*1.125000"/>
                                          </p:val>
                                        </p:tav>
                                        <p:tav tm="100000">
                                          <p:val>
                                            <p:strVal val="#ppt_y"/>
                                          </p:val>
                                        </p:tav>
                                      </p:tavLst>
                                    </p:anim>
                                    <p:animEffect transition="in" filter="wipe(up)">
                                      <p:cBhvr>
                                        <p:cTn id="27" dur="500"/>
                                        <p:tgtEl>
                                          <p:spTgt spid="1048614"/>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1048616"/>
                                        </p:tgtEl>
                                        <p:attrNameLst>
                                          <p:attrName>style.visibility</p:attrName>
                                        </p:attrNameLst>
                                      </p:cBhvr>
                                      <p:to>
                                        <p:strVal val="visible"/>
                                      </p:to>
                                    </p:set>
                                    <p:anim calcmode="lin" valueType="num">
                                      <p:cBhvr additive="base">
                                        <p:cTn id="32" dur="500"/>
                                        <p:tgtEl>
                                          <p:spTgt spid="1048616"/>
                                        </p:tgtEl>
                                        <p:attrNameLst>
                                          <p:attrName>ppt_y</p:attrName>
                                        </p:attrNameLst>
                                      </p:cBhvr>
                                      <p:tavLst>
                                        <p:tav tm="0">
                                          <p:val>
                                            <p:strVal val="#ppt_y+#ppt_h*1.125000"/>
                                          </p:val>
                                        </p:tav>
                                        <p:tav tm="100000">
                                          <p:val>
                                            <p:strVal val="#ppt_y"/>
                                          </p:val>
                                        </p:tav>
                                      </p:tavLst>
                                    </p:anim>
                                    <p:animEffect transition="in" filter="wipe(up)">
                                      <p:cBhvr>
                                        <p:cTn id="33" dur="500"/>
                                        <p:tgtEl>
                                          <p:spTgt spid="1048616"/>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1048615"/>
                                        </p:tgtEl>
                                        <p:attrNameLst>
                                          <p:attrName>style.visibility</p:attrName>
                                        </p:attrNameLst>
                                      </p:cBhvr>
                                      <p:to>
                                        <p:strVal val="visible"/>
                                      </p:to>
                                    </p:set>
                                    <p:anim calcmode="lin" valueType="num">
                                      <p:cBhvr additive="base">
                                        <p:cTn id="38" dur="500"/>
                                        <p:tgtEl>
                                          <p:spTgt spid="1048615"/>
                                        </p:tgtEl>
                                        <p:attrNameLst>
                                          <p:attrName>ppt_y</p:attrName>
                                        </p:attrNameLst>
                                      </p:cBhvr>
                                      <p:tavLst>
                                        <p:tav tm="0">
                                          <p:val>
                                            <p:strVal val="#ppt_y+#ppt_h*1.125000"/>
                                          </p:val>
                                        </p:tav>
                                        <p:tav tm="100000">
                                          <p:val>
                                            <p:strVal val="#ppt_y"/>
                                          </p:val>
                                        </p:tav>
                                      </p:tavLst>
                                    </p:anim>
                                    <p:animEffect transition="in" filter="wipe(up)">
                                      <p:cBhvr>
                                        <p:cTn id="39" dur="500"/>
                                        <p:tgtEl>
                                          <p:spTgt spid="1048615"/>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1048617"/>
                                        </p:tgtEl>
                                        <p:attrNameLst>
                                          <p:attrName>style.visibility</p:attrName>
                                        </p:attrNameLst>
                                      </p:cBhvr>
                                      <p:to>
                                        <p:strVal val="visible"/>
                                      </p:to>
                                    </p:set>
                                    <p:anim calcmode="lin" valueType="num">
                                      <p:cBhvr additive="base">
                                        <p:cTn id="44" dur="500"/>
                                        <p:tgtEl>
                                          <p:spTgt spid="1048617"/>
                                        </p:tgtEl>
                                        <p:attrNameLst>
                                          <p:attrName>ppt_y</p:attrName>
                                        </p:attrNameLst>
                                      </p:cBhvr>
                                      <p:tavLst>
                                        <p:tav tm="0">
                                          <p:val>
                                            <p:strVal val="#ppt_y+#ppt_h*1.125000"/>
                                          </p:val>
                                        </p:tav>
                                        <p:tav tm="100000">
                                          <p:val>
                                            <p:strVal val="#ppt_y"/>
                                          </p:val>
                                        </p:tav>
                                      </p:tavLst>
                                    </p:anim>
                                    <p:animEffect transition="in" filter="wipe(up)">
                                      <p:cBhvr>
                                        <p:cTn id="45" dur="500"/>
                                        <p:tgtEl>
                                          <p:spTgt spid="1048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p:bldP spid="1048612" grpId="0" build="p"/>
      <p:bldP spid="1048613" grpId="0"/>
      <p:bldP spid="1048614" grpId="0"/>
      <p:bldP spid="1048615" grpId="0"/>
      <p:bldP spid="1048616" grpId="0"/>
      <p:bldP spid="1048617"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B13C89-A48E-4654-AA15-4F14186950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33</TotalTime>
  <Words>440</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–Seasonal Agricultural Performance Analysis  </vt:lpstr>
      <vt:lpstr>PROBLEM  STATEMENT</vt:lpstr>
      <vt:lpstr>Project Description  </vt:lpstr>
      <vt:lpstr>WHO ARE THE END USERS?</vt:lpstr>
      <vt:lpstr>Technology Used</vt:lpstr>
      <vt:lpstr>RESULTS </vt:lpstr>
      <vt:lpstr>PowerPoint Presentation</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Samarth Kurle</cp:lastModifiedBy>
  <cp:revision>4</cp:revision>
  <dcterms:created xsi:type="dcterms:W3CDTF">2021-07-11T02:13:15Z</dcterms:created>
  <dcterms:modified xsi:type="dcterms:W3CDTF">2026-09-11T02:30:44Z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cf9305fca11445209cd3afd47b8a13b8_23</vt:lpwstr>
  </property>
</Properties>
</file>